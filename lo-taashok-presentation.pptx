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60" r:id="rId1"/>
  </p:sldMasterIdLst>
  <p:notesMasterIdLst>
    <p:notesMasterId r:id="rId21"/>
  </p:notesMasterIdLst>
  <p:handoutMasterIdLst>
    <p:handoutMasterId r:id="rId22"/>
  </p:handoutMasterIdLst>
  <p:sldIdLst>
    <p:sldId id="259" r:id="rId2"/>
    <p:sldId id="256" r:id="rId3"/>
    <p:sldId id="257" r:id="rId4"/>
    <p:sldId id="260" r:id="rId5"/>
    <p:sldId id="261" r:id="rId6"/>
    <p:sldId id="277" r:id="rId7"/>
    <p:sldId id="262" r:id="rId8"/>
    <p:sldId id="263" r:id="rId9"/>
    <p:sldId id="264" r:id="rId10"/>
    <p:sldId id="265" r:id="rId11"/>
    <p:sldId id="266" r:id="rId12"/>
    <p:sldId id="278" r:id="rId13"/>
    <p:sldId id="267" r:id="rId14"/>
    <p:sldId id="268" r:id="rId15"/>
    <p:sldId id="272" r:id="rId16"/>
    <p:sldId id="271" r:id="rId17"/>
    <p:sldId id="274" r:id="rId18"/>
    <p:sldId id="275" r:id="rId19"/>
    <p:sldId id="276"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3804" autoAdjust="0"/>
    <p:restoredTop sz="94660"/>
  </p:normalViewPr>
  <p:slideViewPr>
    <p:cSldViewPr snapToGrid="0">
      <p:cViewPr varScale="1">
        <p:scale>
          <a:sx n="64" d="100"/>
          <a:sy n="64" d="100"/>
        </p:scale>
        <p:origin x="704"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עליונה 1">
            <a:extLst>
              <a:ext uri="{FF2B5EF4-FFF2-40B4-BE49-F238E27FC236}">
                <a16:creationId xmlns:a16="http://schemas.microsoft.com/office/drawing/2014/main" id="{245B9605-C032-4D21-80BC-623DCB821CDD}"/>
              </a:ext>
            </a:extLst>
          </p:cNvPr>
          <p:cNvSpPr>
            <a:spLocks noGrp="1"/>
          </p:cNvSpPr>
          <p:nvPr>
            <p:ph type="hdr" sz="quarter"/>
          </p:nvPr>
        </p:nvSpPr>
        <p:spPr>
          <a:xfrm>
            <a:off x="3886200" y="0"/>
            <a:ext cx="2971800" cy="458788"/>
          </a:xfrm>
          <a:prstGeom prst="rect">
            <a:avLst/>
          </a:prstGeom>
        </p:spPr>
        <p:txBody>
          <a:bodyPr vert="horz" lIns="91440" tIns="45720" rIns="91440" bIns="45720" rtlCol="1"/>
          <a:lstStyle>
            <a:lvl1pPr algn="r">
              <a:defRPr sz="1200"/>
            </a:lvl1pPr>
          </a:lstStyle>
          <a:p>
            <a:r>
              <a:rPr lang="he-IL"/>
              <a:t>לקט מצוות מספר החינוך</a:t>
            </a:r>
          </a:p>
        </p:txBody>
      </p:sp>
      <p:sp>
        <p:nvSpPr>
          <p:cNvPr id="3" name="מציין מיקום של תאריך 2">
            <a:extLst>
              <a:ext uri="{FF2B5EF4-FFF2-40B4-BE49-F238E27FC236}">
                <a16:creationId xmlns:a16="http://schemas.microsoft.com/office/drawing/2014/main" id="{D68649BF-03F0-4C8A-B6B7-918D3DDD49D6}"/>
              </a:ext>
            </a:extLst>
          </p:cNvPr>
          <p:cNvSpPr>
            <a:spLocks noGrp="1"/>
          </p:cNvSpPr>
          <p:nvPr>
            <p:ph type="dt" sz="quarter" idx="1"/>
          </p:nvPr>
        </p:nvSpPr>
        <p:spPr>
          <a:xfrm>
            <a:off x="1588" y="0"/>
            <a:ext cx="2971800" cy="458788"/>
          </a:xfrm>
          <a:prstGeom prst="rect">
            <a:avLst/>
          </a:prstGeom>
        </p:spPr>
        <p:txBody>
          <a:bodyPr vert="horz" lIns="91440" tIns="45720" rIns="91440" bIns="45720" rtlCol="1"/>
          <a:lstStyle>
            <a:lvl1pPr algn="l">
              <a:defRPr sz="1200"/>
            </a:lvl1pPr>
          </a:lstStyle>
          <a:p>
            <a:fld id="{1F4DB41A-A0F5-4299-A06B-B2E07C8503EE}" type="datetimeFigureOut">
              <a:rPr lang="he-IL" smtClean="0"/>
              <a:t>כ"א/תמוז/תשפ"ו</a:t>
            </a:fld>
            <a:endParaRPr lang="he-IL"/>
          </a:p>
        </p:txBody>
      </p:sp>
      <p:sp>
        <p:nvSpPr>
          <p:cNvPr id="4" name="מציין מיקום של כותרת תחתונה 3">
            <a:extLst>
              <a:ext uri="{FF2B5EF4-FFF2-40B4-BE49-F238E27FC236}">
                <a16:creationId xmlns:a16="http://schemas.microsoft.com/office/drawing/2014/main" id="{6A92374B-FABF-4376-BFE1-B63F576DC4C7}"/>
              </a:ext>
            </a:extLst>
          </p:cNvPr>
          <p:cNvSpPr>
            <a:spLocks noGrp="1"/>
          </p:cNvSpPr>
          <p:nvPr>
            <p:ph type="ftr" sz="quarter" idx="2"/>
          </p:nvPr>
        </p:nvSpPr>
        <p:spPr>
          <a:xfrm>
            <a:off x="3886200" y="8685213"/>
            <a:ext cx="2971800" cy="458787"/>
          </a:xfrm>
          <a:prstGeom prst="rect">
            <a:avLst/>
          </a:prstGeom>
        </p:spPr>
        <p:txBody>
          <a:bodyPr vert="horz" lIns="91440" tIns="45720" rIns="91440" bIns="45720" rtlCol="1" anchor="b"/>
          <a:lstStyle>
            <a:lvl1pPr algn="r">
              <a:defRPr sz="1200"/>
            </a:lvl1pPr>
          </a:lstStyle>
          <a:p>
            <a:endParaRPr lang="he-IL"/>
          </a:p>
        </p:txBody>
      </p:sp>
      <p:sp>
        <p:nvSpPr>
          <p:cNvPr id="5" name="מציין מיקום של מספר שקופית 4">
            <a:extLst>
              <a:ext uri="{FF2B5EF4-FFF2-40B4-BE49-F238E27FC236}">
                <a16:creationId xmlns:a16="http://schemas.microsoft.com/office/drawing/2014/main" id="{2799475B-F328-4C3C-BC0C-8194DFF90BFF}"/>
              </a:ext>
            </a:extLst>
          </p:cNvPr>
          <p:cNvSpPr>
            <a:spLocks noGrp="1"/>
          </p:cNvSpPr>
          <p:nvPr>
            <p:ph type="sldNum" sz="quarter" idx="3"/>
          </p:nvPr>
        </p:nvSpPr>
        <p:spPr>
          <a:xfrm>
            <a:off x="1588" y="8685213"/>
            <a:ext cx="2971800" cy="458787"/>
          </a:xfrm>
          <a:prstGeom prst="rect">
            <a:avLst/>
          </a:prstGeom>
        </p:spPr>
        <p:txBody>
          <a:bodyPr vert="horz" lIns="91440" tIns="45720" rIns="91440" bIns="45720" rtlCol="1" anchor="b"/>
          <a:lstStyle>
            <a:lvl1pPr algn="l">
              <a:defRPr sz="1200"/>
            </a:lvl1pPr>
          </a:lstStyle>
          <a:p>
            <a:fld id="{93768771-FDF7-4C3B-A110-E1251D59FC76}" type="slidenum">
              <a:rPr lang="he-IL" smtClean="0"/>
              <a:t>‹#›</a:t>
            </a:fld>
            <a:endParaRPr lang="he-IL"/>
          </a:p>
        </p:txBody>
      </p:sp>
    </p:spTree>
    <p:extLst>
      <p:ext uri="{BB962C8B-B14F-4D97-AF65-F5344CB8AC3E}">
        <p14:creationId xmlns:p14="http://schemas.microsoft.com/office/powerpoint/2010/main" val="1518196021"/>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עליונה 1"/>
          <p:cNvSpPr>
            <a:spLocks noGrp="1"/>
          </p:cNvSpPr>
          <p:nvPr>
            <p:ph type="hdr" sz="quarter"/>
          </p:nvPr>
        </p:nvSpPr>
        <p:spPr>
          <a:xfrm>
            <a:off x="3886200" y="0"/>
            <a:ext cx="2971800" cy="458788"/>
          </a:xfrm>
          <a:prstGeom prst="rect">
            <a:avLst/>
          </a:prstGeom>
        </p:spPr>
        <p:txBody>
          <a:bodyPr vert="horz" lIns="91440" tIns="45720" rIns="91440" bIns="45720" rtlCol="1"/>
          <a:lstStyle>
            <a:lvl1pPr algn="r">
              <a:defRPr sz="1200"/>
            </a:lvl1pPr>
          </a:lstStyle>
          <a:p>
            <a:r>
              <a:rPr lang="he-IL"/>
              <a:t>לקט מצוות מספר החינוך</a:t>
            </a:r>
          </a:p>
        </p:txBody>
      </p:sp>
      <p:sp>
        <p:nvSpPr>
          <p:cNvPr id="3" name="מציין מיקום של תאריך 2"/>
          <p:cNvSpPr>
            <a:spLocks noGrp="1"/>
          </p:cNvSpPr>
          <p:nvPr>
            <p:ph type="dt" idx="1"/>
          </p:nvPr>
        </p:nvSpPr>
        <p:spPr>
          <a:xfrm>
            <a:off x="1588" y="0"/>
            <a:ext cx="2971800" cy="458788"/>
          </a:xfrm>
          <a:prstGeom prst="rect">
            <a:avLst/>
          </a:prstGeom>
        </p:spPr>
        <p:txBody>
          <a:bodyPr vert="horz" lIns="91440" tIns="45720" rIns="91440" bIns="45720" rtlCol="1"/>
          <a:lstStyle>
            <a:lvl1pPr algn="l">
              <a:defRPr sz="1200"/>
            </a:lvl1pPr>
          </a:lstStyle>
          <a:p>
            <a:fld id="{7843834F-2CC9-4182-8466-85E81824391B}" type="datetimeFigureOut">
              <a:rPr lang="he-IL" smtClean="0"/>
              <a:t>כ"א/תמוז/תשפ"ו</a:t>
            </a:fld>
            <a:endParaRPr lang="he-IL"/>
          </a:p>
        </p:txBody>
      </p:sp>
      <p:sp>
        <p:nvSpPr>
          <p:cNvPr id="4" name="מציין מיקום של תמונת שקופית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1" anchor="ctr"/>
          <a:lstStyle/>
          <a:p>
            <a:endParaRPr lang="he-IL"/>
          </a:p>
        </p:txBody>
      </p:sp>
      <p:sp>
        <p:nvSpPr>
          <p:cNvPr id="5" name="מציין מיקום של הערות 4"/>
          <p:cNvSpPr>
            <a:spLocks noGrp="1"/>
          </p:cNvSpPr>
          <p:nvPr>
            <p:ph type="body" sz="quarter" idx="3"/>
          </p:nvPr>
        </p:nvSpPr>
        <p:spPr>
          <a:xfrm>
            <a:off x="685800" y="4400550"/>
            <a:ext cx="5486400" cy="3600450"/>
          </a:xfrm>
          <a:prstGeom prst="rect">
            <a:avLst/>
          </a:prstGeom>
        </p:spPr>
        <p:txBody>
          <a:bodyPr vert="horz" lIns="91440" tIns="45720" rIns="91440" bIns="45720" rtlCol="1"/>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6" name="מציין מיקום של כותרת תחתונה 5"/>
          <p:cNvSpPr>
            <a:spLocks noGrp="1"/>
          </p:cNvSpPr>
          <p:nvPr>
            <p:ph type="ftr" sz="quarter" idx="4"/>
          </p:nvPr>
        </p:nvSpPr>
        <p:spPr>
          <a:xfrm>
            <a:off x="3886200" y="8685213"/>
            <a:ext cx="2971800" cy="458787"/>
          </a:xfrm>
          <a:prstGeom prst="rect">
            <a:avLst/>
          </a:prstGeom>
        </p:spPr>
        <p:txBody>
          <a:bodyPr vert="horz" lIns="91440" tIns="45720" rIns="91440" bIns="45720" rtlCol="1" anchor="b"/>
          <a:lstStyle>
            <a:lvl1pPr algn="r">
              <a:defRPr sz="1200"/>
            </a:lvl1pPr>
          </a:lstStyle>
          <a:p>
            <a:endParaRPr lang="he-IL"/>
          </a:p>
        </p:txBody>
      </p:sp>
      <p:sp>
        <p:nvSpPr>
          <p:cNvPr id="7" name="מציין מיקום של מספר שקופית 6"/>
          <p:cNvSpPr>
            <a:spLocks noGrp="1"/>
          </p:cNvSpPr>
          <p:nvPr>
            <p:ph type="sldNum" sz="quarter" idx="5"/>
          </p:nvPr>
        </p:nvSpPr>
        <p:spPr>
          <a:xfrm>
            <a:off x="1588" y="8685213"/>
            <a:ext cx="2971800" cy="458787"/>
          </a:xfrm>
          <a:prstGeom prst="rect">
            <a:avLst/>
          </a:prstGeom>
        </p:spPr>
        <p:txBody>
          <a:bodyPr vert="horz" lIns="91440" tIns="45720" rIns="91440" bIns="45720" rtlCol="1" anchor="b"/>
          <a:lstStyle>
            <a:lvl1pPr algn="l">
              <a:defRPr sz="1200"/>
            </a:lvl1pPr>
          </a:lstStyle>
          <a:p>
            <a:fld id="{70EABA16-BF4A-4358-A768-2513B9DF5240}" type="slidenum">
              <a:rPr lang="he-IL" smtClean="0"/>
              <a:t>‹#›</a:t>
            </a:fld>
            <a:endParaRPr lang="he-IL"/>
          </a:p>
        </p:txBody>
      </p:sp>
    </p:spTree>
    <p:extLst>
      <p:ext uri="{BB962C8B-B14F-4D97-AF65-F5344CB8AC3E}">
        <p14:creationId xmlns:p14="http://schemas.microsoft.com/office/powerpoint/2010/main" val="2084581804"/>
      </p:ext>
    </p:extLst>
  </p:cSld>
  <p:clrMap bg1="lt1" tx1="dk1" bg2="lt2" tx2="dk2" accent1="accent1" accent2="accent2" accent3="accent3" accent4="accent4" accent5="accent5" accent6="accent6" hlink="hlink" folHlink="folHlink"/>
  <p:hf sldNum="0" hdr="0" ftr="0" dt="0"/>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שקופית כותרת">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txBody>
            <a:bodyPr/>
            <a:lstStyle/>
            <a:p>
              <a:endParaRPr lang="he-IL"/>
            </a:p>
          </p:txBody>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he-IL"/>
              <a:t>לחץ כדי לערוך סגנון כותרת של תבנית בסיס</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he-IL"/>
              <a:t>לחץ כדי לערוך סגנון כותרת משנה של תבנית בסיס</a:t>
            </a:r>
            <a:endParaRPr lang="en-US" dirty="0"/>
          </a:p>
        </p:txBody>
      </p:sp>
      <p:sp>
        <p:nvSpPr>
          <p:cNvPr id="4" name="Date Placeholder 3"/>
          <p:cNvSpPr>
            <a:spLocks noGrp="1"/>
          </p:cNvSpPr>
          <p:nvPr>
            <p:ph type="dt" sz="half" idx="10"/>
          </p:nvPr>
        </p:nvSpPr>
        <p:spPr>
          <a:xfrm>
            <a:off x="7983232" y="5037663"/>
            <a:ext cx="897467" cy="279400"/>
          </a:xfrm>
        </p:spPr>
        <p:txBody>
          <a:bodyPr/>
          <a:lstStyle/>
          <a:p>
            <a:fld id="{4046D523-AE95-4F6C-9471-9281EC3B5663}" type="datetime8">
              <a:rPr lang="he-IL" smtClean="0"/>
              <a:t>06 יולי 26</a:t>
            </a:fld>
            <a:endParaRPr lang="he-IL"/>
          </a:p>
        </p:txBody>
      </p:sp>
      <p:sp>
        <p:nvSpPr>
          <p:cNvPr id="5" name="Footer Placeholder 4"/>
          <p:cNvSpPr>
            <a:spLocks noGrp="1"/>
          </p:cNvSpPr>
          <p:nvPr>
            <p:ph type="ftr" sz="quarter" idx="11"/>
          </p:nvPr>
        </p:nvSpPr>
        <p:spPr>
          <a:xfrm>
            <a:off x="2692397" y="5037663"/>
            <a:ext cx="5214635" cy="279400"/>
          </a:xfrm>
        </p:spPr>
        <p:txBody>
          <a:bodyPr/>
          <a:lstStyle/>
          <a:p>
            <a:r>
              <a:rPr lang="he-IL"/>
              <a:t>לקט מצוות מספר החינוך</a:t>
            </a:r>
          </a:p>
        </p:txBody>
      </p:sp>
      <p:sp>
        <p:nvSpPr>
          <p:cNvPr id="6" name="Slide Number Placeholder 5"/>
          <p:cNvSpPr>
            <a:spLocks noGrp="1"/>
          </p:cNvSpPr>
          <p:nvPr>
            <p:ph type="sldNum" sz="quarter" idx="12"/>
          </p:nvPr>
        </p:nvSpPr>
        <p:spPr>
          <a:xfrm>
            <a:off x="8956900" y="5037663"/>
            <a:ext cx="551167" cy="279400"/>
          </a:xfrm>
        </p:spPr>
        <p:txBody>
          <a:bodyPr/>
          <a:lstStyle/>
          <a:p>
            <a:fld id="{8534F9A1-130A-463F-8049-B718C3FCDB38}" type="slidenum">
              <a:rPr lang="he-IL" smtClean="0"/>
              <a:t>‹#›</a:t>
            </a:fld>
            <a:endParaRPr lang="he-IL"/>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725444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Content Placeholder 2"/>
          <p:cNvSpPr>
            <a:spLocks noGrp="1"/>
          </p:cNvSpPr>
          <p:nvPr>
            <p:ph idx="1"/>
          </p:nvPr>
        </p:nvSpPr>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10"/>
          </p:nvPr>
        </p:nvSpPr>
        <p:spPr/>
        <p:txBody>
          <a:bodyPr/>
          <a:lstStyle/>
          <a:p>
            <a:fld id="{0CD042F6-0B46-45B7-B24D-D16684EA2F03}" type="datetime8">
              <a:rPr lang="he-IL" smtClean="0"/>
              <a:t>06 יולי 26</a:t>
            </a:fld>
            <a:endParaRPr lang="he-IL"/>
          </a:p>
        </p:txBody>
      </p:sp>
      <p:sp>
        <p:nvSpPr>
          <p:cNvPr id="5" name="Footer Placeholder 4"/>
          <p:cNvSpPr>
            <a:spLocks noGrp="1"/>
          </p:cNvSpPr>
          <p:nvPr>
            <p:ph type="ftr" sz="quarter" idx="11"/>
          </p:nvPr>
        </p:nvSpPr>
        <p:spPr/>
        <p:txBody>
          <a:bodyPr/>
          <a:lstStyle/>
          <a:p>
            <a:r>
              <a:rPr lang="he-IL"/>
              <a:t>לקט מצוות מספר החינוך</a:t>
            </a:r>
          </a:p>
        </p:txBody>
      </p:sp>
      <p:sp>
        <p:nvSpPr>
          <p:cNvPr id="6" name="Slide Number Placeholder 5"/>
          <p:cNvSpPr>
            <a:spLocks noGrp="1"/>
          </p:cNvSpPr>
          <p:nvPr>
            <p:ph type="sldNum" sz="quarter" idx="12"/>
          </p:nvPr>
        </p:nvSpPr>
        <p:spPr/>
        <p:txBody>
          <a:bodyPr/>
          <a:lstStyle/>
          <a:p>
            <a:fld id="{8534F9A1-130A-463F-8049-B718C3FCDB38}" type="slidenum">
              <a:rPr lang="he-IL" smtClean="0"/>
              <a:t>‹#›</a:t>
            </a:fld>
            <a:endParaRPr lang="he-IL"/>
          </a:p>
        </p:txBody>
      </p:sp>
    </p:spTree>
    <p:extLst>
      <p:ext uri="{BB962C8B-B14F-4D97-AF65-F5344CB8AC3E}">
        <p14:creationId xmlns:p14="http://schemas.microsoft.com/office/powerpoint/2010/main" val="33665822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e-IL"/>
              <a:t>לחץ כדי לערוך סגנונות טקסט של תבנית בסיס</a:t>
            </a:r>
          </a:p>
        </p:txBody>
      </p:sp>
      <p:sp>
        <p:nvSpPr>
          <p:cNvPr id="4" name="Date Placeholder 3"/>
          <p:cNvSpPr>
            <a:spLocks noGrp="1"/>
          </p:cNvSpPr>
          <p:nvPr>
            <p:ph type="dt" sz="half" idx="10"/>
          </p:nvPr>
        </p:nvSpPr>
        <p:spPr/>
        <p:txBody>
          <a:bodyPr/>
          <a:lstStyle/>
          <a:p>
            <a:fld id="{2469B9E2-6A22-4E0B-947C-21AD131ECE4F}" type="datetime8">
              <a:rPr lang="he-IL" smtClean="0"/>
              <a:t>06 יולי 26</a:t>
            </a:fld>
            <a:endParaRPr lang="he-IL"/>
          </a:p>
        </p:txBody>
      </p:sp>
      <p:sp>
        <p:nvSpPr>
          <p:cNvPr id="5" name="Footer Placeholder 4"/>
          <p:cNvSpPr>
            <a:spLocks noGrp="1"/>
          </p:cNvSpPr>
          <p:nvPr>
            <p:ph type="ftr" sz="quarter" idx="11"/>
          </p:nvPr>
        </p:nvSpPr>
        <p:spPr/>
        <p:txBody>
          <a:bodyPr/>
          <a:lstStyle/>
          <a:p>
            <a:r>
              <a:rPr lang="he-IL"/>
              <a:t>לקט מצוות מספר החינוך</a:t>
            </a:r>
          </a:p>
        </p:txBody>
      </p:sp>
      <p:sp>
        <p:nvSpPr>
          <p:cNvPr id="6" name="Slide Number Placeholder 5"/>
          <p:cNvSpPr>
            <a:spLocks noGrp="1"/>
          </p:cNvSpPr>
          <p:nvPr>
            <p:ph type="sldNum" sz="quarter" idx="12"/>
          </p:nvPr>
        </p:nvSpPr>
        <p:spPr/>
        <p:txBody>
          <a:bodyPr/>
          <a:lstStyle/>
          <a:p>
            <a:fld id="{8534F9A1-130A-463F-8049-B718C3FCDB38}" type="slidenum">
              <a:rPr lang="he-IL" smtClean="0"/>
              <a:t>‹#›</a:t>
            </a:fld>
            <a:endParaRPr lang="he-IL"/>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472949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5" name="Date Placeholder 4"/>
          <p:cNvSpPr>
            <a:spLocks noGrp="1"/>
          </p:cNvSpPr>
          <p:nvPr>
            <p:ph type="dt" sz="half" idx="10"/>
          </p:nvPr>
        </p:nvSpPr>
        <p:spPr/>
        <p:txBody>
          <a:bodyPr/>
          <a:lstStyle/>
          <a:p>
            <a:fld id="{482D0024-089E-4859-9176-19EEC1AD55DB}" type="datetime8">
              <a:rPr lang="he-IL" smtClean="0"/>
              <a:t>06 יולי 26</a:t>
            </a:fld>
            <a:endParaRPr lang="he-IL"/>
          </a:p>
        </p:txBody>
      </p:sp>
      <p:sp>
        <p:nvSpPr>
          <p:cNvPr id="6" name="Footer Placeholder 5"/>
          <p:cNvSpPr>
            <a:spLocks noGrp="1"/>
          </p:cNvSpPr>
          <p:nvPr>
            <p:ph type="ftr" sz="quarter" idx="11"/>
          </p:nvPr>
        </p:nvSpPr>
        <p:spPr/>
        <p:txBody>
          <a:bodyPr/>
          <a:lstStyle/>
          <a:p>
            <a:r>
              <a:rPr lang="he-IL"/>
              <a:t>לקט מצוות מספר החינוך</a:t>
            </a:r>
          </a:p>
        </p:txBody>
      </p:sp>
      <p:sp>
        <p:nvSpPr>
          <p:cNvPr id="7" name="Slide Number Placeholder 6"/>
          <p:cNvSpPr>
            <a:spLocks noGrp="1"/>
          </p:cNvSpPr>
          <p:nvPr>
            <p:ph type="sldNum" sz="quarter" idx="12"/>
          </p:nvPr>
        </p:nvSpPr>
        <p:spPr/>
        <p:txBody>
          <a:bodyPr/>
          <a:lstStyle/>
          <a:p>
            <a:fld id="{8534F9A1-130A-463F-8049-B718C3FCDB38}" type="slidenum">
              <a:rPr lang="he-IL" smtClean="0"/>
              <a:t>‹#›</a:t>
            </a:fld>
            <a:endParaRPr lang="he-IL"/>
          </a:p>
        </p:txBody>
      </p:sp>
    </p:spTree>
    <p:extLst>
      <p:ext uri="{BB962C8B-B14F-4D97-AF65-F5344CB8AC3E}">
        <p14:creationId xmlns:p14="http://schemas.microsoft.com/office/powerpoint/2010/main" val="4004457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7" name="Date Placeholder 6"/>
          <p:cNvSpPr>
            <a:spLocks noGrp="1"/>
          </p:cNvSpPr>
          <p:nvPr>
            <p:ph type="dt" sz="half" idx="10"/>
          </p:nvPr>
        </p:nvSpPr>
        <p:spPr/>
        <p:txBody>
          <a:bodyPr/>
          <a:lstStyle/>
          <a:p>
            <a:fld id="{9719E271-AA10-4481-9553-5C1ABFC76857}" type="datetime8">
              <a:rPr lang="he-IL" smtClean="0"/>
              <a:t>06 יולי 26</a:t>
            </a:fld>
            <a:endParaRPr lang="he-IL"/>
          </a:p>
        </p:txBody>
      </p:sp>
      <p:sp>
        <p:nvSpPr>
          <p:cNvPr id="8" name="Footer Placeholder 7"/>
          <p:cNvSpPr>
            <a:spLocks noGrp="1"/>
          </p:cNvSpPr>
          <p:nvPr>
            <p:ph type="ftr" sz="quarter" idx="11"/>
          </p:nvPr>
        </p:nvSpPr>
        <p:spPr/>
        <p:txBody>
          <a:bodyPr/>
          <a:lstStyle/>
          <a:p>
            <a:r>
              <a:rPr lang="he-IL"/>
              <a:t>לקט מצוות מספר החינוך</a:t>
            </a:r>
          </a:p>
        </p:txBody>
      </p:sp>
      <p:sp>
        <p:nvSpPr>
          <p:cNvPr id="9" name="Slide Number Placeholder 8"/>
          <p:cNvSpPr>
            <a:spLocks noGrp="1"/>
          </p:cNvSpPr>
          <p:nvPr>
            <p:ph type="sldNum" sz="quarter" idx="12"/>
          </p:nvPr>
        </p:nvSpPr>
        <p:spPr/>
        <p:txBody>
          <a:bodyPr/>
          <a:lstStyle/>
          <a:p>
            <a:fld id="{8534F9A1-130A-463F-8049-B718C3FCDB38}" type="slidenum">
              <a:rPr lang="he-IL" smtClean="0"/>
              <a:t>‹#›</a:t>
            </a:fld>
            <a:endParaRPr lang="he-IL"/>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810559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Date Placeholder 2"/>
          <p:cNvSpPr>
            <a:spLocks noGrp="1"/>
          </p:cNvSpPr>
          <p:nvPr>
            <p:ph type="dt" sz="half" idx="10"/>
          </p:nvPr>
        </p:nvSpPr>
        <p:spPr/>
        <p:txBody>
          <a:bodyPr/>
          <a:lstStyle/>
          <a:p>
            <a:fld id="{AC91C3C7-CCE3-4AA3-891F-52B8723C2C26}" type="datetime8">
              <a:rPr lang="he-IL" smtClean="0"/>
              <a:t>06 יולי 26</a:t>
            </a:fld>
            <a:endParaRPr lang="he-IL"/>
          </a:p>
        </p:txBody>
      </p:sp>
      <p:sp>
        <p:nvSpPr>
          <p:cNvPr id="4" name="Footer Placeholder 3"/>
          <p:cNvSpPr>
            <a:spLocks noGrp="1"/>
          </p:cNvSpPr>
          <p:nvPr>
            <p:ph type="ftr" sz="quarter" idx="11"/>
          </p:nvPr>
        </p:nvSpPr>
        <p:spPr/>
        <p:txBody>
          <a:bodyPr/>
          <a:lstStyle/>
          <a:p>
            <a:r>
              <a:rPr lang="he-IL"/>
              <a:t>לקט מצוות מספר החינוך</a:t>
            </a:r>
          </a:p>
        </p:txBody>
      </p:sp>
      <p:sp>
        <p:nvSpPr>
          <p:cNvPr id="5" name="Slide Number Placeholder 4"/>
          <p:cNvSpPr>
            <a:spLocks noGrp="1"/>
          </p:cNvSpPr>
          <p:nvPr>
            <p:ph type="sldNum" sz="quarter" idx="12"/>
          </p:nvPr>
        </p:nvSpPr>
        <p:spPr/>
        <p:txBody>
          <a:bodyPr/>
          <a:lstStyle/>
          <a:p>
            <a:fld id="{8534F9A1-130A-463F-8049-B718C3FCDB38}" type="slidenum">
              <a:rPr lang="he-IL" smtClean="0"/>
              <a:t>‹#›</a:t>
            </a:fld>
            <a:endParaRPr lang="he-IL"/>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473540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E51D25A-FD4C-43CF-9914-ACA7B517A428}" type="datetime8">
              <a:rPr lang="he-IL" smtClean="0"/>
              <a:t>06 יולי 26</a:t>
            </a:fld>
            <a:endParaRPr lang="he-IL"/>
          </a:p>
        </p:txBody>
      </p:sp>
      <p:sp>
        <p:nvSpPr>
          <p:cNvPr id="3" name="Footer Placeholder 2"/>
          <p:cNvSpPr>
            <a:spLocks noGrp="1"/>
          </p:cNvSpPr>
          <p:nvPr>
            <p:ph type="ftr" sz="quarter" idx="11"/>
          </p:nvPr>
        </p:nvSpPr>
        <p:spPr/>
        <p:txBody>
          <a:bodyPr/>
          <a:lstStyle/>
          <a:p>
            <a:r>
              <a:rPr lang="he-IL"/>
              <a:t>לקט מצוות מספר החינוך</a:t>
            </a:r>
          </a:p>
        </p:txBody>
      </p:sp>
      <p:sp>
        <p:nvSpPr>
          <p:cNvPr id="4" name="Slide Number Placeholder 3"/>
          <p:cNvSpPr>
            <a:spLocks noGrp="1"/>
          </p:cNvSpPr>
          <p:nvPr>
            <p:ph type="sldNum" sz="quarter" idx="12"/>
          </p:nvPr>
        </p:nvSpPr>
        <p:spPr/>
        <p:txBody>
          <a:bodyPr/>
          <a:lstStyle/>
          <a:p>
            <a:fld id="{8534F9A1-130A-463F-8049-B718C3FCDB38}" type="slidenum">
              <a:rPr lang="he-IL" smtClean="0"/>
              <a:t>‹#›</a:t>
            </a:fld>
            <a:endParaRPr lang="he-IL"/>
          </a:p>
        </p:txBody>
      </p:sp>
    </p:spTree>
    <p:extLst>
      <p:ext uri="{BB962C8B-B14F-4D97-AF65-F5344CB8AC3E}">
        <p14:creationId xmlns:p14="http://schemas.microsoft.com/office/powerpoint/2010/main" val="24208534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he-IL"/>
              <a:t>לחץ כדי לערוך סגנון כותרת של תבנית בסיס</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a:t>לחץ כדי לערוך סגנונות טקסט של תבנית בסיס</a:t>
            </a:r>
          </a:p>
        </p:txBody>
      </p:sp>
      <p:sp>
        <p:nvSpPr>
          <p:cNvPr id="5" name="Date Placeholder 4"/>
          <p:cNvSpPr>
            <a:spLocks noGrp="1"/>
          </p:cNvSpPr>
          <p:nvPr>
            <p:ph type="dt" sz="half" idx="10"/>
          </p:nvPr>
        </p:nvSpPr>
        <p:spPr/>
        <p:txBody>
          <a:bodyPr/>
          <a:lstStyle/>
          <a:p>
            <a:fld id="{A8F321F6-02C0-4E31-A96B-87D25D726A45}" type="datetime8">
              <a:rPr lang="he-IL" smtClean="0"/>
              <a:t>06 יולי 26</a:t>
            </a:fld>
            <a:endParaRPr lang="he-IL"/>
          </a:p>
        </p:txBody>
      </p:sp>
      <p:sp>
        <p:nvSpPr>
          <p:cNvPr id="6" name="Footer Placeholder 5"/>
          <p:cNvSpPr>
            <a:spLocks noGrp="1"/>
          </p:cNvSpPr>
          <p:nvPr>
            <p:ph type="ftr" sz="quarter" idx="11"/>
          </p:nvPr>
        </p:nvSpPr>
        <p:spPr/>
        <p:txBody>
          <a:bodyPr/>
          <a:lstStyle/>
          <a:p>
            <a:r>
              <a:rPr lang="he-IL"/>
              <a:t>לקט מצוות מספר החינוך</a:t>
            </a:r>
          </a:p>
        </p:txBody>
      </p:sp>
      <p:sp>
        <p:nvSpPr>
          <p:cNvPr id="7" name="Slide Number Placeholder 6"/>
          <p:cNvSpPr>
            <a:spLocks noGrp="1"/>
          </p:cNvSpPr>
          <p:nvPr>
            <p:ph type="sldNum" sz="quarter" idx="12"/>
          </p:nvPr>
        </p:nvSpPr>
        <p:spPr/>
        <p:txBody>
          <a:bodyPr/>
          <a:lstStyle/>
          <a:p>
            <a:fld id="{8534F9A1-130A-463F-8049-B718C3FCDB38}" type="slidenum">
              <a:rPr lang="he-IL" smtClean="0"/>
              <a:t>‹#›</a:t>
            </a:fld>
            <a:endParaRPr lang="he-IL"/>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809244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he-IL"/>
              <a:t>לחץ כדי לערוך סגנון כותרת של תבנית בסיס</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he-IL"/>
              <a:t>לחץ על הסמל כדי להוסיף תמונה</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a:t>לחץ כדי לערוך סגנונות טקסט של תבנית בסיס</a:t>
            </a:r>
          </a:p>
        </p:txBody>
      </p:sp>
      <p:sp>
        <p:nvSpPr>
          <p:cNvPr id="5" name="Date Placeholder 4"/>
          <p:cNvSpPr>
            <a:spLocks noGrp="1"/>
          </p:cNvSpPr>
          <p:nvPr>
            <p:ph type="dt" sz="half" idx="10"/>
          </p:nvPr>
        </p:nvSpPr>
        <p:spPr/>
        <p:txBody>
          <a:bodyPr/>
          <a:lstStyle/>
          <a:p>
            <a:fld id="{43D429FC-4426-4698-8F13-910D6E472144}" type="datetime8">
              <a:rPr lang="he-IL" smtClean="0"/>
              <a:t>06 יולי 26</a:t>
            </a:fld>
            <a:endParaRPr lang="he-IL"/>
          </a:p>
        </p:txBody>
      </p:sp>
      <p:sp>
        <p:nvSpPr>
          <p:cNvPr id="6" name="Footer Placeholder 5"/>
          <p:cNvSpPr>
            <a:spLocks noGrp="1"/>
          </p:cNvSpPr>
          <p:nvPr>
            <p:ph type="ftr" sz="quarter" idx="11"/>
          </p:nvPr>
        </p:nvSpPr>
        <p:spPr/>
        <p:txBody>
          <a:bodyPr/>
          <a:lstStyle/>
          <a:p>
            <a:r>
              <a:rPr lang="he-IL"/>
              <a:t>לקט מצוות מספר החינוך</a:t>
            </a:r>
          </a:p>
        </p:txBody>
      </p:sp>
      <p:sp>
        <p:nvSpPr>
          <p:cNvPr id="7" name="Slide Number Placeholder 6"/>
          <p:cNvSpPr>
            <a:spLocks noGrp="1"/>
          </p:cNvSpPr>
          <p:nvPr>
            <p:ph type="sldNum" sz="quarter" idx="12"/>
          </p:nvPr>
        </p:nvSpPr>
        <p:spPr/>
        <p:txBody>
          <a:bodyPr/>
          <a:lstStyle/>
          <a:p>
            <a:fld id="{8534F9A1-130A-463F-8049-B718C3FCDB38}" type="slidenum">
              <a:rPr lang="he-IL" smtClean="0"/>
              <a:t>‹#›</a:t>
            </a:fld>
            <a:endParaRPr lang="he-IL"/>
          </a:p>
        </p:txBody>
      </p:sp>
    </p:spTree>
    <p:extLst>
      <p:ext uri="{BB962C8B-B14F-4D97-AF65-F5344CB8AC3E}">
        <p14:creationId xmlns:p14="http://schemas.microsoft.com/office/powerpoint/2010/main" val="4882372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תמונה פנורמית עם כיתוב">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he-IL"/>
              <a:t>לחץ כדי לערוך סגנון כותרת של תבנית בסיס</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he-IL"/>
              <a:t>לחץ על הסמל כדי להוסיף תמונה</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a:t>לחץ כדי לערוך סגנונות טקסט של תבנית בסיס</a:t>
            </a:r>
          </a:p>
        </p:txBody>
      </p:sp>
      <p:sp>
        <p:nvSpPr>
          <p:cNvPr id="5" name="Date Placeholder 4"/>
          <p:cNvSpPr>
            <a:spLocks noGrp="1"/>
          </p:cNvSpPr>
          <p:nvPr>
            <p:ph type="dt" sz="half" idx="10"/>
          </p:nvPr>
        </p:nvSpPr>
        <p:spPr/>
        <p:txBody>
          <a:bodyPr/>
          <a:lstStyle/>
          <a:p>
            <a:fld id="{763A3669-F15E-4009-B354-D0CA9B1D5854}" type="datetime8">
              <a:rPr lang="he-IL" smtClean="0"/>
              <a:t>06 יולי 26</a:t>
            </a:fld>
            <a:endParaRPr lang="he-IL"/>
          </a:p>
        </p:txBody>
      </p:sp>
      <p:sp>
        <p:nvSpPr>
          <p:cNvPr id="6" name="Footer Placeholder 5"/>
          <p:cNvSpPr>
            <a:spLocks noGrp="1"/>
          </p:cNvSpPr>
          <p:nvPr>
            <p:ph type="ftr" sz="quarter" idx="11"/>
          </p:nvPr>
        </p:nvSpPr>
        <p:spPr/>
        <p:txBody>
          <a:bodyPr/>
          <a:lstStyle/>
          <a:p>
            <a:r>
              <a:rPr lang="he-IL"/>
              <a:t>לקט מצוות מספר החינוך</a:t>
            </a:r>
          </a:p>
        </p:txBody>
      </p:sp>
      <p:sp>
        <p:nvSpPr>
          <p:cNvPr id="7" name="Slide Number Placeholder 6"/>
          <p:cNvSpPr>
            <a:spLocks noGrp="1"/>
          </p:cNvSpPr>
          <p:nvPr>
            <p:ph type="sldNum" sz="quarter" idx="12"/>
          </p:nvPr>
        </p:nvSpPr>
        <p:spPr/>
        <p:txBody>
          <a:bodyPr/>
          <a:lstStyle/>
          <a:p>
            <a:fld id="{8534F9A1-130A-463F-8049-B718C3FCDB38}" type="slidenum">
              <a:rPr lang="he-IL" smtClean="0"/>
              <a:t>‹#›</a:t>
            </a:fld>
            <a:endParaRPr lang="he-IL"/>
          </a:p>
        </p:txBody>
      </p:sp>
    </p:spTree>
    <p:extLst>
      <p:ext uri="{BB962C8B-B14F-4D97-AF65-F5344CB8AC3E}">
        <p14:creationId xmlns:p14="http://schemas.microsoft.com/office/powerpoint/2010/main" val="7606108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כותרת וכיתוב">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e-IL"/>
              <a:t>לחץ כדי לערוך סגנונות טקסט של תבנית בסיס</a:t>
            </a:r>
          </a:p>
        </p:txBody>
      </p:sp>
      <p:sp>
        <p:nvSpPr>
          <p:cNvPr id="4" name="Date Placeholder 3"/>
          <p:cNvSpPr>
            <a:spLocks noGrp="1"/>
          </p:cNvSpPr>
          <p:nvPr>
            <p:ph type="dt" sz="half" idx="10"/>
          </p:nvPr>
        </p:nvSpPr>
        <p:spPr/>
        <p:txBody>
          <a:bodyPr/>
          <a:lstStyle/>
          <a:p>
            <a:fld id="{C70AAA2E-A3F6-4D31-90A5-4E4849175788}" type="datetime8">
              <a:rPr lang="he-IL" smtClean="0"/>
              <a:t>06 יולי 26</a:t>
            </a:fld>
            <a:endParaRPr lang="he-IL"/>
          </a:p>
        </p:txBody>
      </p:sp>
      <p:sp>
        <p:nvSpPr>
          <p:cNvPr id="5" name="Footer Placeholder 4"/>
          <p:cNvSpPr>
            <a:spLocks noGrp="1"/>
          </p:cNvSpPr>
          <p:nvPr>
            <p:ph type="ftr" sz="quarter" idx="11"/>
          </p:nvPr>
        </p:nvSpPr>
        <p:spPr/>
        <p:txBody>
          <a:bodyPr/>
          <a:lstStyle/>
          <a:p>
            <a:r>
              <a:rPr lang="he-IL"/>
              <a:t>לקט מצוות מספר החינוך</a:t>
            </a:r>
          </a:p>
        </p:txBody>
      </p:sp>
      <p:sp>
        <p:nvSpPr>
          <p:cNvPr id="6" name="Slide Number Placeholder 5"/>
          <p:cNvSpPr>
            <a:spLocks noGrp="1"/>
          </p:cNvSpPr>
          <p:nvPr>
            <p:ph type="sldNum" sz="quarter" idx="12"/>
          </p:nvPr>
        </p:nvSpPr>
        <p:spPr/>
        <p:txBody>
          <a:bodyPr/>
          <a:lstStyle/>
          <a:p>
            <a:fld id="{8534F9A1-130A-463F-8049-B718C3FCDB38}" type="slidenum">
              <a:rPr lang="he-IL" smtClean="0"/>
              <a:t>‹#›</a:t>
            </a:fld>
            <a:endParaRPr lang="he-IL"/>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126449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ציטוט עם כיתוב">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he-IL"/>
              <a:t>לחץ כדי לערוך סגנון כותרת של תבנית בסיס</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he-IL"/>
              <a:t>לחץ כדי לערוך סגנונות טקסט של תבנית בסיס</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e-IL"/>
              <a:t>לחץ כדי לערוך סגנונות טקסט של תבנית בסיס</a:t>
            </a:r>
          </a:p>
        </p:txBody>
      </p:sp>
      <p:sp>
        <p:nvSpPr>
          <p:cNvPr id="4" name="Date Placeholder 3"/>
          <p:cNvSpPr>
            <a:spLocks noGrp="1"/>
          </p:cNvSpPr>
          <p:nvPr>
            <p:ph type="dt" sz="half" idx="10"/>
          </p:nvPr>
        </p:nvSpPr>
        <p:spPr/>
        <p:txBody>
          <a:bodyPr/>
          <a:lstStyle/>
          <a:p>
            <a:fld id="{DF1B37DC-9C95-44AB-9CC9-1EA905774047}" type="datetime8">
              <a:rPr lang="he-IL" smtClean="0"/>
              <a:t>06 יולי 26</a:t>
            </a:fld>
            <a:endParaRPr lang="he-IL"/>
          </a:p>
        </p:txBody>
      </p:sp>
      <p:sp>
        <p:nvSpPr>
          <p:cNvPr id="5" name="Footer Placeholder 4"/>
          <p:cNvSpPr>
            <a:spLocks noGrp="1"/>
          </p:cNvSpPr>
          <p:nvPr>
            <p:ph type="ftr" sz="quarter" idx="11"/>
          </p:nvPr>
        </p:nvSpPr>
        <p:spPr/>
        <p:txBody>
          <a:bodyPr/>
          <a:lstStyle/>
          <a:p>
            <a:r>
              <a:rPr lang="he-IL"/>
              <a:t>לקט מצוות מספר החינוך</a:t>
            </a:r>
          </a:p>
        </p:txBody>
      </p:sp>
      <p:sp>
        <p:nvSpPr>
          <p:cNvPr id="6" name="Slide Number Placeholder 5"/>
          <p:cNvSpPr>
            <a:spLocks noGrp="1"/>
          </p:cNvSpPr>
          <p:nvPr>
            <p:ph type="sldNum" sz="quarter" idx="12"/>
          </p:nvPr>
        </p:nvSpPr>
        <p:spPr/>
        <p:txBody>
          <a:bodyPr/>
          <a:lstStyle/>
          <a:p>
            <a:fld id="{8534F9A1-130A-463F-8049-B718C3FCDB38}" type="slidenum">
              <a:rPr lang="he-IL" smtClean="0"/>
              <a:t>‹#›</a:t>
            </a:fld>
            <a:endParaRPr lang="he-IL"/>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689790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כרטיס שם">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e-IL"/>
              <a:t>לחץ כדי לערוך סגנונות טקסט של תבנית בסיס</a:t>
            </a:r>
          </a:p>
        </p:txBody>
      </p:sp>
      <p:sp>
        <p:nvSpPr>
          <p:cNvPr id="4" name="Date Placeholder 3"/>
          <p:cNvSpPr>
            <a:spLocks noGrp="1"/>
          </p:cNvSpPr>
          <p:nvPr>
            <p:ph type="dt" sz="half" idx="10"/>
          </p:nvPr>
        </p:nvSpPr>
        <p:spPr/>
        <p:txBody>
          <a:bodyPr/>
          <a:lstStyle/>
          <a:p>
            <a:fld id="{4C2C59E2-696A-413D-A062-28828228581D}" type="datetime8">
              <a:rPr lang="he-IL" smtClean="0"/>
              <a:t>06 יולי 26</a:t>
            </a:fld>
            <a:endParaRPr lang="he-IL"/>
          </a:p>
        </p:txBody>
      </p:sp>
      <p:sp>
        <p:nvSpPr>
          <p:cNvPr id="5" name="Footer Placeholder 4"/>
          <p:cNvSpPr>
            <a:spLocks noGrp="1"/>
          </p:cNvSpPr>
          <p:nvPr>
            <p:ph type="ftr" sz="quarter" idx="11"/>
          </p:nvPr>
        </p:nvSpPr>
        <p:spPr/>
        <p:txBody>
          <a:bodyPr/>
          <a:lstStyle/>
          <a:p>
            <a:r>
              <a:rPr lang="he-IL"/>
              <a:t>לקט מצוות מספר החינוך</a:t>
            </a:r>
          </a:p>
        </p:txBody>
      </p:sp>
      <p:sp>
        <p:nvSpPr>
          <p:cNvPr id="6" name="Slide Number Placeholder 5"/>
          <p:cNvSpPr>
            <a:spLocks noGrp="1"/>
          </p:cNvSpPr>
          <p:nvPr>
            <p:ph type="sldNum" sz="quarter" idx="12"/>
          </p:nvPr>
        </p:nvSpPr>
        <p:spPr/>
        <p:txBody>
          <a:bodyPr/>
          <a:lstStyle/>
          <a:p>
            <a:fld id="{8534F9A1-130A-463F-8049-B718C3FCDB38}" type="slidenum">
              <a:rPr lang="he-IL" smtClean="0"/>
              <a:t>‹#›</a:t>
            </a:fld>
            <a:endParaRPr lang="he-IL"/>
          </a:p>
        </p:txBody>
      </p:sp>
    </p:spTree>
    <p:extLst>
      <p:ext uri="{BB962C8B-B14F-4D97-AF65-F5344CB8AC3E}">
        <p14:creationId xmlns:p14="http://schemas.microsoft.com/office/powerpoint/2010/main" val="38431435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כרטיס שם עם ציטוט">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he-IL"/>
              <a:t>לחץ כדי לערוך סגנון כותרת של תבנית בסיס</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e-IL"/>
              <a:t>לחץ כדי לערוך סגנונות טקסט של תבנית בסיס</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e-IL"/>
              <a:t>לחץ כדי לערוך סגנונות טקסט של תבנית בסיס</a:t>
            </a:r>
          </a:p>
        </p:txBody>
      </p:sp>
      <p:sp>
        <p:nvSpPr>
          <p:cNvPr id="4" name="Date Placeholder 3"/>
          <p:cNvSpPr>
            <a:spLocks noGrp="1"/>
          </p:cNvSpPr>
          <p:nvPr>
            <p:ph type="dt" sz="half" idx="10"/>
          </p:nvPr>
        </p:nvSpPr>
        <p:spPr/>
        <p:txBody>
          <a:bodyPr/>
          <a:lstStyle/>
          <a:p>
            <a:fld id="{77A18378-1A84-4490-8612-EA6F4CCEEB07}" type="datetime8">
              <a:rPr lang="he-IL" smtClean="0"/>
              <a:t>06 יולי 26</a:t>
            </a:fld>
            <a:endParaRPr lang="he-IL"/>
          </a:p>
        </p:txBody>
      </p:sp>
      <p:sp>
        <p:nvSpPr>
          <p:cNvPr id="5" name="Footer Placeholder 4"/>
          <p:cNvSpPr>
            <a:spLocks noGrp="1"/>
          </p:cNvSpPr>
          <p:nvPr>
            <p:ph type="ftr" sz="quarter" idx="11"/>
          </p:nvPr>
        </p:nvSpPr>
        <p:spPr/>
        <p:txBody>
          <a:bodyPr/>
          <a:lstStyle/>
          <a:p>
            <a:r>
              <a:rPr lang="he-IL"/>
              <a:t>לקט מצוות מספר החינוך</a:t>
            </a:r>
          </a:p>
        </p:txBody>
      </p:sp>
      <p:sp>
        <p:nvSpPr>
          <p:cNvPr id="6" name="Slide Number Placeholder 5"/>
          <p:cNvSpPr>
            <a:spLocks noGrp="1"/>
          </p:cNvSpPr>
          <p:nvPr>
            <p:ph type="sldNum" sz="quarter" idx="12"/>
          </p:nvPr>
        </p:nvSpPr>
        <p:spPr/>
        <p:txBody>
          <a:bodyPr/>
          <a:lstStyle/>
          <a:p>
            <a:fld id="{8534F9A1-130A-463F-8049-B718C3FCDB38}" type="slidenum">
              <a:rPr lang="he-IL" smtClean="0"/>
              <a:t>‹#›</a:t>
            </a:fld>
            <a:endParaRPr lang="he-IL"/>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402512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נכון או לא נכון">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he-IL"/>
              <a:t>לחץ כדי לערוך סגנון כותרת של תבנית בסיס</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e-IL"/>
              <a:t>לחץ כדי לערוך סגנונות טקסט של תבנית בסיס</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e-IL"/>
              <a:t>לחץ כדי לערוך סגנונות טקסט של תבנית בסיס</a:t>
            </a:r>
          </a:p>
        </p:txBody>
      </p:sp>
      <p:sp>
        <p:nvSpPr>
          <p:cNvPr id="4" name="Date Placeholder 3"/>
          <p:cNvSpPr>
            <a:spLocks noGrp="1"/>
          </p:cNvSpPr>
          <p:nvPr>
            <p:ph type="dt" sz="half" idx="10"/>
          </p:nvPr>
        </p:nvSpPr>
        <p:spPr/>
        <p:txBody>
          <a:bodyPr/>
          <a:lstStyle/>
          <a:p>
            <a:fld id="{50BF900A-F1D0-4129-AA11-A8CD5E60334A}" type="datetime8">
              <a:rPr lang="he-IL" smtClean="0"/>
              <a:t>06 יולי 26</a:t>
            </a:fld>
            <a:endParaRPr lang="he-IL"/>
          </a:p>
        </p:txBody>
      </p:sp>
      <p:sp>
        <p:nvSpPr>
          <p:cNvPr id="5" name="Footer Placeholder 4"/>
          <p:cNvSpPr>
            <a:spLocks noGrp="1"/>
          </p:cNvSpPr>
          <p:nvPr>
            <p:ph type="ftr" sz="quarter" idx="11"/>
          </p:nvPr>
        </p:nvSpPr>
        <p:spPr/>
        <p:txBody>
          <a:bodyPr/>
          <a:lstStyle/>
          <a:p>
            <a:r>
              <a:rPr lang="he-IL"/>
              <a:t>לקט מצוות מספר החינוך</a:t>
            </a:r>
          </a:p>
        </p:txBody>
      </p:sp>
      <p:sp>
        <p:nvSpPr>
          <p:cNvPr id="6" name="Slide Number Placeholder 5"/>
          <p:cNvSpPr>
            <a:spLocks noGrp="1"/>
          </p:cNvSpPr>
          <p:nvPr>
            <p:ph type="sldNum" sz="quarter" idx="12"/>
          </p:nvPr>
        </p:nvSpPr>
        <p:spPr/>
        <p:txBody>
          <a:bodyPr/>
          <a:lstStyle/>
          <a:p>
            <a:fld id="{8534F9A1-130A-463F-8049-B718C3FCDB38}" type="slidenum">
              <a:rPr lang="he-IL" smtClean="0"/>
              <a:t>‹#›</a:t>
            </a:fld>
            <a:endParaRPr lang="he-IL"/>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0506500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he-IL"/>
              <a:t>לחץ כדי לערוך סגנון כותרת של תבנית בסיס</a:t>
            </a:r>
            <a:endParaRPr lang="en-US" dirty="0"/>
          </a:p>
        </p:txBody>
      </p:sp>
      <p:sp>
        <p:nvSpPr>
          <p:cNvPr id="3" name="Vertical Text Placeholder 2"/>
          <p:cNvSpPr>
            <a:spLocks noGrp="1"/>
          </p:cNvSpPr>
          <p:nvPr>
            <p:ph type="body" orient="vert" idx="1"/>
          </p:nvPr>
        </p:nvSpPr>
        <p:spPr/>
        <p:txBody>
          <a:bodyPr vert="eaVert" ancho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10"/>
          </p:nvPr>
        </p:nvSpPr>
        <p:spPr/>
        <p:txBody>
          <a:bodyPr/>
          <a:lstStyle/>
          <a:p>
            <a:fld id="{1A273D4D-91BD-41E0-BAC0-C60EBAF6C1AE}" type="datetime8">
              <a:rPr lang="he-IL" smtClean="0"/>
              <a:t>06 יולי 26</a:t>
            </a:fld>
            <a:endParaRPr lang="he-IL"/>
          </a:p>
        </p:txBody>
      </p:sp>
      <p:sp>
        <p:nvSpPr>
          <p:cNvPr id="5" name="Footer Placeholder 4"/>
          <p:cNvSpPr>
            <a:spLocks noGrp="1"/>
          </p:cNvSpPr>
          <p:nvPr>
            <p:ph type="ftr" sz="quarter" idx="11"/>
          </p:nvPr>
        </p:nvSpPr>
        <p:spPr/>
        <p:txBody>
          <a:bodyPr/>
          <a:lstStyle/>
          <a:p>
            <a:r>
              <a:rPr lang="he-IL"/>
              <a:t>לקט מצוות מספר החינוך</a:t>
            </a:r>
          </a:p>
        </p:txBody>
      </p:sp>
      <p:sp>
        <p:nvSpPr>
          <p:cNvPr id="6" name="Slide Number Placeholder 5"/>
          <p:cNvSpPr>
            <a:spLocks noGrp="1"/>
          </p:cNvSpPr>
          <p:nvPr>
            <p:ph type="sldNum" sz="quarter" idx="12"/>
          </p:nvPr>
        </p:nvSpPr>
        <p:spPr/>
        <p:txBody>
          <a:bodyPr/>
          <a:lstStyle/>
          <a:p>
            <a:fld id="{8534F9A1-130A-463F-8049-B718C3FCDB38}" type="slidenum">
              <a:rPr lang="he-IL" smtClean="0"/>
              <a:t>‹#›</a:t>
            </a:fld>
            <a:endParaRPr lang="he-IL"/>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2415989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he-IL"/>
              <a:t>לחץ כדי לערוך סגנון כותרת של תבנית בסיס</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10"/>
          </p:nvPr>
        </p:nvSpPr>
        <p:spPr/>
        <p:txBody>
          <a:bodyPr/>
          <a:lstStyle/>
          <a:p>
            <a:fld id="{DE1D88B7-B2D6-47D1-B0AA-3702BC1D1C43}" type="datetime8">
              <a:rPr lang="he-IL" smtClean="0"/>
              <a:t>06 יולי 26</a:t>
            </a:fld>
            <a:endParaRPr lang="he-IL"/>
          </a:p>
        </p:txBody>
      </p:sp>
      <p:sp>
        <p:nvSpPr>
          <p:cNvPr id="5" name="Footer Placeholder 4"/>
          <p:cNvSpPr>
            <a:spLocks noGrp="1"/>
          </p:cNvSpPr>
          <p:nvPr>
            <p:ph type="ftr" sz="quarter" idx="11"/>
          </p:nvPr>
        </p:nvSpPr>
        <p:spPr/>
        <p:txBody>
          <a:bodyPr/>
          <a:lstStyle/>
          <a:p>
            <a:r>
              <a:rPr lang="he-IL"/>
              <a:t>לקט מצוות מספר החינוך</a:t>
            </a:r>
          </a:p>
        </p:txBody>
      </p:sp>
      <p:sp>
        <p:nvSpPr>
          <p:cNvPr id="6" name="Slide Number Placeholder 5"/>
          <p:cNvSpPr>
            <a:spLocks noGrp="1"/>
          </p:cNvSpPr>
          <p:nvPr>
            <p:ph type="sldNum" sz="quarter" idx="12"/>
          </p:nvPr>
        </p:nvSpPr>
        <p:spPr/>
        <p:txBody>
          <a:bodyPr/>
          <a:lstStyle/>
          <a:p>
            <a:fld id="{8534F9A1-130A-463F-8049-B718C3FCDB38}" type="slidenum">
              <a:rPr lang="he-IL" smtClean="0"/>
              <a:t>‹#›</a:t>
            </a:fld>
            <a:endParaRPr lang="he-IL"/>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191682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txBody>
            <a:bodyPr/>
            <a:lstStyle/>
            <a:p>
              <a:endParaRPr lang="he-IL"/>
            </a:p>
          </p:txBody>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24EB2BFF-0DA5-4B8D-BBD6-70169108DD53}" type="datetime8">
              <a:rPr lang="he-IL" smtClean="0"/>
              <a:t>06 יולי 26</a:t>
            </a:fld>
            <a:endParaRPr lang="he-IL"/>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r>
              <a:rPr lang="he-IL"/>
              <a:t>לקט מצוות מספר החינוך</a:t>
            </a:r>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8534F9A1-130A-463F-8049-B718C3FCDB38}" type="slidenum">
              <a:rPr lang="he-IL" smtClean="0"/>
              <a:t>‹#›</a:t>
            </a:fld>
            <a:endParaRPr lang="he-IL"/>
          </a:p>
        </p:txBody>
      </p:sp>
    </p:spTree>
    <p:extLst>
      <p:ext uri="{BB962C8B-B14F-4D97-AF65-F5344CB8AC3E}">
        <p14:creationId xmlns:p14="http://schemas.microsoft.com/office/powerpoint/2010/main" val="126275752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hf sldNum="0" hdr="0" dt="0"/>
  <p:txStyles>
    <p:titleStyle>
      <a:lvl1pPr algn="ctr" defTabSz="457200" rtl="1"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rtl="1" eaLnBrk="1" hangingPunct="1">
        <a:defRPr>
          <a:solidFill>
            <a:schemeClr val="tx2"/>
          </a:solidFill>
        </a:defRPr>
      </a:lvl2pPr>
      <a:lvl3pPr rtl="1" eaLnBrk="1" hangingPunct="1">
        <a:defRPr>
          <a:solidFill>
            <a:schemeClr val="tx2"/>
          </a:solidFill>
        </a:defRPr>
      </a:lvl3pPr>
      <a:lvl4pPr rtl="1" eaLnBrk="1" hangingPunct="1">
        <a:defRPr>
          <a:solidFill>
            <a:schemeClr val="tx2"/>
          </a:solidFill>
        </a:defRPr>
      </a:lvl4pPr>
      <a:lvl5pPr rtl="1" eaLnBrk="1" hangingPunct="1">
        <a:defRPr>
          <a:solidFill>
            <a:schemeClr val="tx2"/>
          </a:solidFill>
        </a:defRPr>
      </a:lvl5pPr>
      <a:lvl6pPr rtl="1" eaLnBrk="1" hangingPunct="1">
        <a:defRPr>
          <a:solidFill>
            <a:schemeClr val="tx2"/>
          </a:solidFill>
        </a:defRPr>
      </a:lvl6pPr>
      <a:lvl7pPr rtl="1" eaLnBrk="1" hangingPunct="1">
        <a:defRPr>
          <a:solidFill>
            <a:schemeClr val="tx2"/>
          </a:solidFill>
        </a:defRPr>
      </a:lvl7pPr>
      <a:lvl8pPr rtl="1" eaLnBrk="1" hangingPunct="1">
        <a:defRPr>
          <a:solidFill>
            <a:schemeClr val="tx2"/>
          </a:solidFill>
        </a:defRPr>
      </a:lvl8pPr>
      <a:lvl9pPr rtl="1" eaLnBrk="1" hangingPunct="1">
        <a:defRPr>
          <a:solidFill>
            <a:schemeClr val="tx2"/>
          </a:solidFill>
        </a:defRPr>
      </a:lvl9pPr>
    </p:titleStyle>
    <p:bodyStyle>
      <a:lvl1pPr marL="285750" indent="-285750" algn="r" defTabSz="457200" rtl="1"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r" defTabSz="457200" rtl="1"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r" defTabSz="457200" rtl="1"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r" defTabSz="457200" rtl="1"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r" defTabSz="457200" rtl="1"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r" defTabSz="457200" rtl="1"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r" defTabSz="457200" rtl="1"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r" defTabSz="457200" rtl="1"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r" defTabSz="457200" rtl="1"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r" defTabSz="457200" rtl="1" eaLnBrk="1" latinLnBrk="0" hangingPunct="1">
        <a:defRPr sz="1800" kern="1200">
          <a:solidFill>
            <a:schemeClr val="tx1"/>
          </a:solidFill>
          <a:latin typeface="+mn-lt"/>
          <a:ea typeface="+mn-ea"/>
          <a:cs typeface="+mn-cs"/>
        </a:defRPr>
      </a:lvl1pPr>
      <a:lvl2pPr marL="457200" algn="r" defTabSz="457200" rtl="1" eaLnBrk="1" latinLnBrk="0" hangingPunct="1">
        <a:defRPr sz="1800" kern="1200">
          <a:solidFill>
            <a:schemeClr val="tx1"/>
          </a:solidFill>
          <a:latin typeface="+mn-lt"/>
          <a:ea typeface="+mn-ea"/>
          <a:cs typeface="+mn-cs"/>
        </a:defRPr>
      </a:lvl2pPr>
      <a:lvl3pPr marL="914400" algn="r" defTabSz="457200" rtl="1" eaLnBrk="1" latinLnBrk="0" hangingPunct="1">
        <a:defRPr sz="1800" kern="1200">
          <a:solidFill>
            <a:schemeClr val="tx1"/>
          </a:solidFill>
          <a:latin typeface="+mn-lt"/>
          <a:ea typeface="+mn-ea"/>
          <a:cs typeface="+mn-cs"/>
        </a:defRPr>
      </a:lvl3pPr>
      <a:lvl4pPr marL="1371600" algn="r" defTabSz="457200" rtl="1" eaLnBrk="1" latinLnBrk="0" hangingPunct="1">
        <a:defRPr sz="1800" kern="1200">
          <a:solidFill>
            <a:schemeClr val="tx1"/>
          </a:solidFill>
          <a:latin typeface="+mn-lt"/>
          <a:ea typeface="+mn-ea"/>
          <a:cs typeface="+mn-cs"/>
        </a:defRPr>
      </a:lvl4pPr>
      <a:lvl5pPr marL="1828800" algn="r" defTabSz="457200" rtl="1" eaLnBrk="1" latinLnBrk="0" hangingPunct="1">
        <a:defRPr sz="1800" kern="1200">
          <a:solidFill>
            <a:schemeClr val="tx1"/>
          </a:solidFill>
          <a:latin typeface="+mn-lt"/>
          <a:ea typeface="+mn-ea"/>
          <a:cs typeface="+mn-cs"/>
        </a:defRPr>
      </a:lvl5pPr>
      <a:lvl6pPr marL="2286000" algn="r" defTabSz="457200" rtl="1" eaLnBrk="1" latinLnBrk="0" hangingPunct="1">
        <a:defRPr sz="1800" kern="1200">
          <a:solidFill>
            <a:schemeClr val="tx1"/>
          </a:solidFill>
          <a:latin typeface="+mn-lt"/>
          <a:ea typeface="+mn-ea"/>
          <a:cs typeface="+mn-cs"/>
        </a:defRPr>
      </a:lvl6pPr>
      <a:lvl7pPr marL="2743200" algn="r" defTabSz="457200" rtl="1" eaLnBrk="1" latinLnBrk="0" hangingPunct="1">
        <a:defRPr sz="1800" kern="1200">
          <a:solidFill>
            <a:schemeClr val="tx1"/>
          </a:solidFill>
          <a:latin typeface="+mn-lt"/>
          <a:ea typeface="+mn-ea"/>
          <a:cs typeface="+mn-cs"/>
        </a:defRPr>
      </a:lvl7pPr>
      <a:lvl8pPr marL="3200400" algn="r" defTabSz="457200" rtl="1" eaLnBrk="1" latinLnBrk="0" hangingPunct="1">
        <a:defRPr sz="1800" kern="1200">
          <a:solidFill>
            <a:schemeClr val="tx1"/>
          </a:solidFill>
          <a:latin typeface="+mn-lt"/>
          <a:ea typeface="+mn-ea"/>
          <a:cs typeface="+mn-cs"/>
        </a:defRPr>
      </a:lvl8pPr>
      <a:lvl9pPr marL="3657600" algn="r" defTabSz="4572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jpeg"/><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8" Type="http://schemas.openxmlformats.org/officeDocument/2006/relationships/hyperlink" Target="http://hadarkantor.blogspot.com/2012/02/blog-post.html" TargetMode="External"/><Relationship Id="rId3" Type="http://schemas.openxmlformats.org/officeDocument/2006/relationships/image" Target="../media/image5.png"/><Relationship Id="rId7" Type="http://schemas.openxmlformats.org/officeDocument/2006/relationships/image" Target="../media/image11.jpg"/><Relationship Id="rId2" Type="http://schemas.openxmlformats.org/officeDocument/2006/relationships/image" Target="../media/image2.jpeg"/><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hyperlink" Target="mailto:Savta_Dvora_sha@walla.com" TargetMode="Externa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grpSp>
        <p:nvGrpSpPr>
          <p:cNvPr id="61" name="Group 41">
            <a:extLst>
              <a:ext uri="{FF2B5EF4-FFF2-40B4-BE49-F238E27FC236}">
                <a16:creationId xmlns:a16="http://schemas.microsoft.com/office/drawing/2014/main" id="{7575D7A7-3C36-4508-9BC6-70A93BD3C43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6934" y="0"/>
            <a:ext cx="12231160" cy="6856214"/>
            <a:chOff x="-16934" y="0"/>
            <a:chExt cx="12231160" cy="6856214"/>
          </a:xfrm>
        </p:grpSpPr>
        <p:pic>
          <p:nvPicPr>
            <p:cNvPr id="43" name="Picture 42">
              <a:extLst>
                <a:ext uri="{FF2B5EF4-FFF2-40B4-BE49-F238E27FC236}">
                  <a16:creationId xmlns:a16="http://schemas.microsoft.com/office/drawing/2014/main" id="{BC964A0D-06B7-4C16-AC9F-20ADDA8059EB}"/>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44" name="Rectangle 43">
              <a:extLst>
                <a:ext uri="{FF2B5EF4-FFF2-40B4-BE49-F238E27FC236}">
                  <a16:creationId xmlns:a16="http://schemas.microsoft.com/office/drawing/2014/main" id="{F5703F5C-55DF-45CD-BC3F-3BE8F10339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txBody>
            <a:bodyPr/>
            <a:lstStyle/>
            <a:p>
              <a:endParaRPr lang="he-IL"/>
            </a:p>
          </p:txBody>
        </p:sp>
        <p:pic>
          <p:nvPicPr>
            <p:cNvPr id="45" name="Picture 44">
              <a:extLst>
                <a:ext uri="{FF2B5EF4-FFF2-40B4-BE49-F238E27FC236}">
                  <a16:creationId xmlns:a16="http://schemas.microsoft.com/office/drawing/2014/main" id="{A8C7134F-70F9-4826-A97E-9B39AEA08F5B}"/>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46" name="Picture 45">
              <a:extLst>
                <a:ext uri="{FF2B5EF4-FFF2-40B4-BE49-F238E27FC236}">
                  <a16:creationId xmlns:a16="http://schemas.microsoft.com/office/drawing/2014/main" id="{39351E73-B6DD-4B56-8EE9-C16B5711C46D}"/>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cxnSp>
        <p:nvCxnSpPr>
          <p:cNvPr id="63" name="Straight Connector 47">
            <a:extLst>
              <a:ext uri="{FF2B5EF4-FFF2-40B4-BE49-F238E27FC236}">
                <a16:creationId xmlns:a16="http://schemas.microsoft.com/office/drawing/2014/main" id="{AE446D0E-6531-40B7-A182-FB860243977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 useBgFill="1">
        <p:nvSpPr>
          <p:cNvPr id="64" name="Rectangle 49">
            <a:extLst>
              <a:ext uri="{FF2B5EF4-FFF2-40B4-BE49-F238E27FC236}">
                <a16:creationId xmlns:a16="http://schemas.microsoft.com/office/drawing/2014/main" id="{D59C2C63-D709-4949-9465-29A52CBEDD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Rectangle 51">
            <a:extLst>
              <a:ext uri="{FF2B5EF4-FFF2-40B4-BE49-F238E27FC236}">
                <a16:creationId xmlns:a16="http://schemas.microsoft.com/office/drawing/2014/main" id="{0EFD2038-15D6-4003-8350-AFEC394EEF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91920" y="1399880"/>
            <a:ext cx="7808159" cy="4103960"/>
          </a:xfrm>
          <a:prstGeom prst="rect">
            <a:avLst/>
          </a:prstGeom>
          <a:solidFill>
            <a:schemeClr val="tx2">
              <a:lumMod val="90000"/>
              <a:lumOff val="10000"/>
            </a:schemeClr>
          </a:solidFill>
          <a:ln>
            <a:noFill/>
          </a:ln>
          <a:effectLst>
            <a:outerShdw blurRad="114300" dist="127000" dir="5400000" sx="99000" sy="99000" algn="t" rotWithShape="0">
              <a:prstClr val="black">
                <a:alpha val="40000"/>
              </a:prstClr>
            </a:outerShdw>
          </a:effectLst>
          <a:scene3d>
            <a:camera prst="orthographicFront"/>
            <a:lightRig rig="twoPt" dir="t"/>
          </a:scene3d>
          <a:sp3d contourW="6350">
            <a:bevelT w="12700" h="0" prst="coolSlant"/>
            <a:contourClr>
              <a:schemeClr val="tx2">
                <a:lumMod val="75000"/>
                <a:lumOff val="25000"/>
              </a:schemeClr>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Rectangle 53">
            <a:extLst>
              <a:ext uri="{FF2B5EF4-FFF2-40B4-BE49-F238E27FC236}">
                <a16:creationId xmlns:a16="http://schemas.microsoft.com/office/drawing/2014/main" id="{8CF519C2-F6BE-41BE-A50E-54B98359C9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28332" y="1540931"/>
            <a:ext cx="7543802" cy="3835401"/>
          </a:xfrm>
          <a:prstGeom prst="rect">
            <a:avLst/>
          </a:prstGeom>
          <a:noFill/>
          <a:ln w="15875">
            <a:solidFill>
              <a:schemeClr val="accent1"/>
            </a:solidFill>
            <a:miter lim="800000"/>
          </a:ln>
        </p:spPr>
        <p:style>
          <a:lnRef idx="1">
            <a:schemeClr val="accent1"/>
          </a:lnRef>
          <a:fillRef idx="3">
            <a:schemeClr val="accent1"/>
          </a:fillRef>
          <a:effectRef idx="2">
            <a:schemeClr val="accent1"/>
          </a:effectRef>
          <a:fontRef idx="minor">
            <a:schemeClr val="lt1"/>
          </a:fontRef>
        </p:style>
        <p:txBody>
          <a:bodyPr/>
          <a:lstStyle/>
          <a:p>
            <a:endParaRPr lang="he-IL"/>
          </a:p>
        </p:txBody>
      </p:sp>
      <p:grpSp>
        <p:nvGrpSpPr>
          <p:cNvPr id="67" name="Group 55">
            <a:extLst>
              <a:ext uri="{FF2B5EF4-FFF2-40B4-BE49-F238E27FC236}">
                <a16:creationId xmlns:a16="http://schemas.microsoft.com/office/drawing/2014/main" id="{7767AD93-AD3E-4C62-97D5-E54E14B2EAD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123631"/>
            <a:ext cx="12231160" cy="659658"/>
            <a:chOff x="-16934" y="3123631"/>
            <a:chExt cx="12231160" cy="659658"/>
          </a:xfrm>
        </p:grpSpPr>
        <p:sp>
          <p:nvSpPr>
            <p:cNvPr id="57" name="Rounded Rectangle 17">
              <a:extLst>
                <a:ext uri="{FF2B5EF4-FFF2-40B4-BE49-F238E27FC236}">
                  <a16:creationId xmlns:a16="http://schemas.microsoft.com/office/drawing/2014/main" id="{AA443E8D-EC07-4B8F-B370-2A1153F350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430976" y="3123631"/>
              <a:ext cx="45720" cy="658368"/>
            </a:xfrm>
            <a:prstGeom prst="roundRect">
              <a:avLst>
                <a:gd name="adj" fmla="val 50000"/>
              </a:avLst>
            </a:prstGeom>
            <a:solidFill>
              <a:schemeClr val="tx2">
                <a:alpha val="55000"/>
              </a:schemeClr>
            </a:solidFill>
            <a:ln w="9525">
              <a:noFill/>
            </a:ln>
            <a:effectLst>
              <a:innerShdw blurRad="114300">
                <a:prstClr val="black">
                  <a:alpha val="48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8" name="Picture 57">
              <a:extLst>
                <a:ext uri="{FF2B5EF4-FFF2-40B4-BE49-F238E27FC236}">
                  <a16:creationId xmlns:a16="http://schemas.microsoft.com/office/drawing/2014/main" id="{841F0AA1-D12D-4FDB-BF66-D9398ED9303A}"/>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16934" y="3145536"/>
              <a:ext cx="2478024" cy="612648"/>
            </a:xfrm>
            <a:prstGeom prst="rect">
              <a:avLst/>
            </a:prstGeom>
          </p:spPr>
        </p:pic>
        <p:sp>
          <p:nvSpPr>
            <p:cNvPr id="59" name="Rounded Rectangle 20">
              <a:extLst>
                <a:ext uri="{FF2B5EF4-FFF2-40B4-BE49-F238E27FC236}">
                  <a16:creationId xmlns:a16="http://schemas.microsoft.com/office/drawing/2014/main" id="{E2B949DE-0178-4942-80DE-811C1AA4FC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17803" y="3124921"/>
              <a:ext cx="45720" cy="658368"/>
            </a:xfrm>
            <a:prstGeom prst="roundRect">
              <a:avLst>
                <a:gd name="adj" fmla="val 50000"/>
              </a:avLst>
            </a:prstGeom>
            <a:solidFill>
              <a:schemeClr val="tx2">
                <a:alpha val="55000"/>
              </a:schemeClr>
            </a:solidFill>
            <a:ln w="9525">
              <a:noFill/>
            </a:ln>
            <a:effectLst>
              <a:innerShdw blurRad="114300">
                <a:prstClr val="black">
                  <a:alpha val="48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0" name="Picture 59">
              <a:extLst>
                <a:ext uri="{FF2B5EF4-FFF2-40B4-BE49-F238E27FC236}">
                  <a16:creationId xmlns:a16="http://schemas.microsoft.com/office/drawing/2014/main" id="{284AA86D-EAE1-4E3F-A54C-7F1E390B6DF5}"/>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9736202" y="3145536"/>
              <a:ext cx="2478024" cy="612648"/>
            </a:xfrm>
            <a:prstGeom prst="rect">
              <a:avLst/>
            </a:prstGeom>
          </p:spPr>
        </p:pic>
      </p:grpSp>
      <p:sp>
        <p:nvSpPr>
          <p:cNvPr id="2" name="כותרת 1">
            <a:extLst>
              <a:ext uri="{FF2B5EF4-FFF2-40B4-BE49-F238E27FC236}">
                <a16:creationId xmlns:a16="http://schemas.microsoft.com/office/drawing/2014/main" id="{7E994884-250A-4B3C-ADFF-78EC183BA05D}"/>
              </a:ext>
            </a:extLst>
          </p:cNvPr>
          <p:cNvSpPr>
            <a:spLocks noGrp="1"/>
          </p:cNvSpPr>
          <p:nvPr>
            <p:ph type="title"/>
          </p:nvPr>
        </p:nvSpPr>
        <p:spPr>
          <a:xfrm>
            <a:off x="2692398" y="1871131"/>
            <a:ext cx="6815669" cy="1515533"/>
          </a:xfrm>
        </p:spPr>
        <p:txBody>
          <a:bodyPr vert="horz" lIns="91440" tIns="45720" rIns="91440" bIns="45720" rtlCol="0" anchor="b">
            <a:normAutofit/>
          </a:bodyPr>
          <a:lstStyle/>
          <a:p>
            <a:pPr rtl="0"/>
            <a:r>
              <a:rPr lang="en-US" sz="5400" dirty="0" err="1">
                <a:solidFill>
                  <a:schemeClr val="bg1"/>
                </a:solidFill>
              </a:rPr>
              <a:t>לקט</a:t>
            </a:r>
            <a:r>
              <a:rPr lang="en-US" sz="5400" dirty="0">
                <a:solidFill>
                  <a:schemeClr val="bg1"/>
                </a:solidFill>
              </a:rPr>
              <a:t> </a:t>
            </a:r>
            <a:r>
              <a:rPr lang="en-US" sz="5400" dirty="0" err="1">
                <a:solidFill>
                  <a:schemeClr val="bg1"/>
                </a:solidFill>
              </a:rPr>
              <a:t>מצוות</a:t>
            </a:r>
            <a:r>
              <a:rPr lang="en-US" sz="5400" dirty="0">
                <a:solidFill>
                  <a:schemeClr val="bg1"/>
                </a:solidFill>
              </a:rPr>
              <a:t> </a:t>
            </a:r>
            <a:r>
              <a:rPr lang="en-US" sz="5400" dirty="0" err="1">
                <a:solidFill>
                  <a:schemeClr val="bg1"/>
                </a:solidFill>
              </a:rPr>
              <a:t>מספר</a:t>
            </a:r>
            <a:r>
              <a:rPr lang="en-US" sz="5400" dirty="0">
                <a:solidFill>
                  <a:schemeClr val="bg1"/>
                </a:solidFill>
              </a:rPr>
              <a:t> </a:t>
            </a:r>
            <a:r>
              <a:rPr lang="en-US" sz="5400" dirty="0" err="1">
                <a:solidFill>
                  <a:schemeClr val="bg1"/>
                </a:solidFill>
              </a:rPr>
              <a:t>החינוך</a:t>
            </a:r>
            <a:endParaRPr lang="en-US" sz="5400" dirty="0">
              <a:solidFill>
                <a:schemeClr val="bg1"/>
              </a:solidFill>
            </a:endParaRPr>
          </a:p>
        </p:txBody>
      </p:sp>
      <p:cxnSp>
        <p:nvCxnSpPr>
          <p:cNvPr id="62" name="Straight Connector 61">
            <a:extLst>
              <a:ext uri="{FF2B5EF4-FFF2-40B4-BE49-F238E27FC236}">
                <a16:creationId xmlns:a16="http://schemas.microsoft.com/office/drawing/2014/main" id="{0772CE55-4C36-44F1-A9BD-379BEB84317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692399" y="3522131"/>
            <a:ext cx="6815668" cy="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sp>
        <p:nvSpPr>
          <p:cNvPr id="3" name="מציין מיקום של כותרת תחתונה 2">
            <a:extLst>
              <a:ext uri="{FF2B5EF4-FFF2-40B4-BE49-F238E27FC236}">
                <a16:creationId xmlns:a16="http://schemas.microsoft.com/office/drawing/2014/main" id="{8648EA34-3AE2-4BD1-835C-D0D3C46F01BC}"/>
              </a:ext>
            </a:extLst>
          </p:cNvPr>
          <p:cNvSpPr>
            <a:spLocks noGrp="1"/>
          </p:cNvSpPr>
          <p:nvPr>
            <p:ph type="ftr" sz="quarter" idx="11"/>
          </p:nvPr>
        </p:nvSpPr>
        <p:spPr/>
        <p:txBody>
          <a:bodyPr/>
          <a:lstStyle/>
          <a:p>
            <a:r>
              <a:rPr lang="he-IL"/>
              <a:t>לקט מצוות מספר החינוך</a:t>
            </a:r>
          </a:p>
        </p:txBody>
      </p:sp>
    </p:spTree>
    <p:extLst>
      <p:ext uri="{BB962C8B-B14F-4D97-AF65-F5344CB8AC3E}">
        <p14:creationId xmlns:p14="http://schemas.microsoft.com/office/powerpoint/2010/main" val="2574790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59C2C63-D709-4949-9465-29A52CBEDD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0EFD2038-15D6-4003-8350-AFEC394EEF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91920" y="1399880"/>
            <a:ext cx="7808159" cy="4103960"/>
          </a:xfrm>
          <a:prstGeom prst="rect">
            <a:avLst/>
          </a:prstGeom>
          <a:solidFill>
            <a:schemeClr val="tx2">
              <a:lumMod val="90000"/>
              <a:lumOff val="10000"/>
            </a:schemeClr>
          </a:solidFill>
          <a:ln>
            <a:noFill/>
          </a:ln>
          <a:effectLst>
            <a:outerShdw blurRad="114300" dist="127000" dir="5400000" sx="99000" sy="99000" algn="t" rotWithShape="0">
              <a:prstClr val="black">
                <a:alpha val="40000"/>
              </a:prstClr>
            </a:outerShdw>
          </a:effectLst>
          <a:scene3d>
            <a:camera prst="orthographicFront"/>
            <a:lightRig rig="twoPt" dir="t"/>
          </a:scene3d>
          <a:sp3d contourW="6350">
            <a:bevelT w="12700" h="0" prst="coolSlant"/>
            <a:contourClr>
              <a:schemeClr val="tx2">
                <a:lumMod val="75000"/>
                <a:lumOff val="25000"/>
              </a:schemeClr>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CF519C2-F6BE-41BE-A50E-54B98359C9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28332" y="1540931"/>
            <a:ext cx="7543802" cy="3835401"/>
          </a:xfrm>
          <a:prstGeom prst="rect">
            <a:avLst/>
          </a:prstGeom>
          <a:noFill/>
          <a:ln w="15875">
            <a:solidFill>
              <a:schemeClr val="accent1"/>
            </a:solidFill>
            <a:miter lim="800000"/>
          </a:ln>
        </p:spPr>
        <p:style>
          <a:lnRef idx="1">
            <a:schemeClr val="accent1"/>
          </a:lnRef>
          <a:fillRef idx="3">
            <a:schemeClr val="accent1"/>
          </a:fillRef>
          <a:effectRef idx="2">
            <a:schemeClr val="accent1"/>
          </a:effectRef>
          <a:fontRef idx="minor">
            <a:schemeClr val="lt1"/>
          </a:fontRef>
        </p:style>
        <p:txBody>
          <a:bodyPr/>
          <a:lstStyle/>
          <a:p>
            <a:endParaRPr lang="he-IL"/>
          </a:p>
        </p:txBody>
      </p:sp>
      <p:grpSp>
        <p:nvGrpSpPr>
          <p:cNvPr id="15" name="Group 14">
            <a:extLst>
              <a:ext uri="{FF2B5EF4-FFF2-40B4-BE49-F238E27FC236}">
                <a16:creationId xmlns:a16="http://schemas.microsoft.com/office/drawing/2014/main" id="{7767AD93-AD3E-4C62-97D5-E54E14B2EAD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123631"/>
            <a:ext cx="12231160" cy="659658"/>
            <a:chOff x="-16934" y="3123631"/>
            <a:chExt cx="12231160" cy="659658"/>
          </a:xfrm>
        </p:grpSpPr>
        <p:sp>
          <p:nvSpPr>
            <p:cNvPr id="16" name="Rounded Rectangle 17">
              <a:extLst>
                <a:ext uri="{FF2B5EF4-FFF2-40B4-BE49-F238E27FC236}">
                  <a16:creationId xmlns:a16="http://schemas.microsoft.com/office/drawing/2014/main" id="{AA443E8D-EC07-4B8F-B370-2A1153F350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430976" y="3123631"/>
              <a:ext cx="45720" cy="658368"/>
            </a:xfrm>
            <a:prstGeom prst="roundRect">
              <a:avLst>
                <a:gd name="adj" fmla="val 50000"/>
              </a:avLst>
            </a:prstGeom>
            <a:solidFill>
              <a:schemeClr val="tx2">
                <a:alpha val="55000"/>
              </a:schemeClr>
            </a:solidFill>
            <a:ln w="9525">
              <a:noFill/>
            </a:ln>
            <a:effectLst>
              <a:innerShdw blurRad="114300">
                <a:prstClr val="black">
                  <a:alpha val="48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16">
              <a:extLst>
                <a:ext uri="{FF2B5EF4-FFF2-40B4-BE49-F238E27FC236}">
                  <a16:creationId xmlns:a16="http://schemas.microsoft.com/office/drawing/2014/main" id="{841F0AA1-D12D-4FDB-BF66-D9398ED9303A}"/>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a:stretch/>
          </p:blipFill>
          <p:spPr>
            <a:xfrm>
              <a:off x="-16934" y="3145536"/>
              <a:ext cx="2478024" cy="612648"/>
            </a:xfrm>
            <a:prstGeom prst="rect">
              <a:avLst/>
            </a:prstGeom>
          </p:spPr>
        </p:pic>
        <p:sp>
          <p:nvSpPr>
            <p:cNvPr id="18" name="Rounded Rectangle 20">
              <a:extLst>
                <a:ext uri="{FF2B5EF4-FFF2-40B4-BE49-F238E27FC236}">
                  <a16:creationId xmlns:a16="http://schemas.microsoft.com/office/drawing/2014/main" id="{E2B949DE-0178-4942-80DE-811C1AA4FC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17803" y="3124921"/>
              <a:ext cx="45720" cy="658368"/>
            </a:xfrm>
            <a:prstGeom prst="roundRect">
              <a:avLst>
                <a:gd name="adj" fmla="val 50000"/>
              </a:avLst>
            </a:prstGeom>
            <a:solidFill>
              <a:schemeClr val="tx2">
                <a:alpha val="55000"/>
              </a:schemeClr>
            </a:solidFill>
            <a:ln w="9525">
              <a:noFill/>
            </a:ln>
            <a:effectLst>
              <a:innerShdw blurRad="114300">
                <a:prstClr val="black">
                  <a:alpha val="48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a:extLst>
                <a:ext uri="{FF2B5EF4-FFF2-40B4-BE49-F238E27FC236}">
                  <a16:creationId xmlns:a16="http://schemas.microsoft.com/office/drawing/2014/main" id="{284AA86D-EAE1-4E3F-A54C-7F1E390B6DF5}"/>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a:stretch/>
          </p:blipFill>
          <p:spPr>
            <a:xfrm>
              <a:off x="9736202" y="3145536"/>
              <a:ext cx="2478024" cy="612648"/>
            </a:xfrm>
            <a:prstGeom prst="rect">
              <a:avLst/>
            </a:prstGeom>
          </p:spPr>
        </p:pic>
      </p:grpSp>
      <p:sp>
        <p:nvSpPr>
          <p:cNvPr id="2" name="כותרת 1">
            <a:extLst>
              <a:ext uri="{FF2B5EF4-FFF2-40B4-BE49-F238E27FC236}">
                <a16:creationId xmlns:a16="http://schemas.microsoft.com/office/drawing/2014/main" id="{850345F1-5545-43BB-A9FD-76A9583A0305}"/>
              </a:ext>
            </a:extLst>
          </p:cNvPr>
          <p:cNvSpPr>
            <a:spLocks noGrp="1"/>
          </p:cNvSpPr>
          <p:nvPr>
            <p:ph type="ctrTitle"/>
          </p:nvPr>
        </p:nvSpPr>
        <p:spPr>
          <a:xfrm>
            <a:off x="2692398" y="1871131"/>
            <a:ext cx="6815669" cy="1515533"/>
          </a:xfrm>
        </p:spPr>
        <p:txBody>
          <a:bodyPr>
            <a:normAutofit/>
          </a:bodyPr>
          <a:lstStyle/>
          <a:p>
            <a:pPr>
              <a:lnSpc>
                <a:spcPct val="90000"/>
              </a:lnSpc>
            </a:pPr>
            <a:r>
              <a:rPr lang="he-IL" sz="5000">
                <a:solidFill>
                  <a:schemeClr val="bg1"/>
                </a:solidFill>
              </a:rPr>
              <a:t>מצווה רכ"ח</a:t>
            </a:r>
            <a:br>
              <a:rPr lang="en-US" sz="5000">
                <a:solidFill>
                  <a:schemeClr val="bg1"/>
                </a:solidFill>
              </a:rPr>
            </a:br>
            <a:r>
              <a:rPr lang="he-IL" sz="5000">
                <a:solidFill>
                  <a:schemeClr val="bg1"/>
                </a:solidFill>
              </a:rPr>
              <a:t> שלא לעשוק שכר שכיר</a:t>
            </a:r>
          </a:p>
        </p:txBody>
      </p:sp>
      <p:sp>
        <p:nvSpPr>
          <p:cNvPr id="3" name="כותרת משנה 2">
            <a:extLst>
              <a:ext uri="{FF2B5EF4-FFF2-40B4-BE49-F238E27FC236}">
                <a16:creationId xmlns:a16="http://schemas.microsoft.com/office/drawing/2014/main" id="{7A548F6D-337B-48A2-B9D0-85D5827D5FD9}"/>
              </a:ext>
            </a:extLst>
          </p:cNvPr>
          <p:cNvSpPr>
            <a:spLocks noGrp="1"/>
          </p:cNvSpPr>
          <p:nvPr>
            <p:ph type="subTitle" idx="1"/>
          </p:nvPr>
        </p:nvSpPr>
        <p:spPr>
          <a:xfrm>
            <a:off x="2692398" y="3657597"/>
            <a:ext cx="6815669" cy="1320802"/>
          </a:xfrm>
        </p:spPr>
        <p:txBody>
          <a:bodyPr anchor="ctr">
            <a:normAutofit/>
          </a:bodyPr>
          <a:lstStyle/>
          <a:p>
            <a:r>
              <a:rPr lang="he" sz="2400" dirty="0">
                <a:solidFill>
                  <a:schemeClr val="bg1"/>
                </a:solidFill>
              </a:rPr>
              <a:t>חלק א'</a:t>
            </a:r>
            <a:endParaRPr lang="he-IL" sz="2400" dirty="0">
              <a:solidFill>
                <a:schemeClr val="bg1"/>
              </a:solidFill>
            </a:endParaRPr>
          </a:p>
        </p:txBody>
      </p:sp>
      <p:cxnSp>
        <p:nvCxnSpPr>
          <p:cNvPr id="21" name="Straight Connector 20">
            <a:extLst>
              <a:ext uri="{FF2B5EF4-FFF2-40B4-BE49-F238E27FC236}">
                <a16:creationId xmlns:a16="http://schemas.microsoft.com/office/drawing/2014/main" id="{0772CE55-4C36-44F1-A9BD-379BEB84317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692399" y="3522131"/>
            <a:ext cx="6815668" cy="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sp>
        <p:nvSpPr>
          <p:cNvPr id="4" name="מציין מיקום של כותרת תחתונה 3">
            <a:extLst>
              <a:ext uri="{FF2B5EF4-FFF2-40B4-BE49-F238E27FC236}">
                <a16:creationId xmlns:a16="http://schemas.microsoft.com/office/drawing/2014/main" id="{6069DA26-4227-41A0-A82E-29EEF2F41442}"/>
              </a:ext>
            </a:extLst>
          </p:cNvPr>
          <p:cNvSpPr>
            <a:spLocks noGrp="1"/>
          </p:cNvSpPr>
          <p:nvPr>
            <p:ph type="ftr" sz="quarter" idx="11"/>
          </p:nvPr>
        </p:nvSpPr>
        <p:spPr>
          <a:xfrm>
            <a:off x="2692397" y="5037663"/>
            <a:ext cx="5214635" cy="279400"/>
          </a:xfrm>
        </p:spPr>
        <p:txBody>
          <a:bodyPr>
            <a:normAutofit/>
          </a:bodyPr>
          <a:lstStyle/>
          <a:p>
            <a:pPr>
              <a:spcAft>
                <a:spcPts val="600"/>
              </a:spcAft>
            </a:pPr>
            <a:r>
              <a:rPr lang="he-IL">
                <a:solidFill>
                  <a:schemeClr val="bg1"/>
                </a:solidFill>
              </a:rPr>
              <a:t>לקט מצוות מספר החינוך</a:t>
            </a:r>
          </a:p>
        </p:txBody>
      </p:sp>
    </p:spTree>
    <p:extLst>
      <p:ext uri="{BB962C8B-B14F-4D97-AF65-F5344CB8AC3E}">
        <p14:creationId xmlns:p14="http://schemas.microsoft.com/office/powerpoint/2010/main" val="180055447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מציין מיקום של כותרת תחתונה 2">
            <a:extLst>
              <a:ext uri="{FF2B5EF4-FFF2-40B4-BE49-F238E27FC236}">
                <a16:creationId xmlns:a16="http://schemas.microsoft.com/office/drawing/2014/main" id="{9FB27E13-B08E-493A-A292-41EA1F8622FA}"/>
              </a:ext>
            </a:extLst>
          </p:cNvPr>
          <p:cNvSpPr>
            <a:spLocks noGrp="1"/>
          </p:cNvSpPr>
          <p:nvPr>
            <p:ph type="ftr" sz="quarter" idx="11"/>
          </p:nvPr>
        </p:nvSpPr>
        <p:spPr/>
        <p:txBody>
          <a:bodyPr/>
          <a:lstStyle/>
          <a:p>
            <a:r>
              <a:rPr lang="he-IL"/>
              <a:t>לקט מצוות מספר החינוך</a:t>
            </a:r>
          </a:p>
        </p:txBody>
      </p:sp>
      <p:sp>
        <p:nvSpPr>
          <p:cNvPr id="4" name="תיבת טקסט 3">
            <a:extLst>
              <a:ext uri="{FF2B5EF4-FFF2-40B4-BE49-F238E27FC236}">
                <a16:creationId xmlns:a16="http://schemas.microsoft.com/office/drawing/2014/main" id="{2C585E1B-30D8-4C7A-B34A-755F7F881B84}"/>
              </a:ext>
            </a:extLst>
          </p:cNvPr>
          <p:cNvSpPr txBox="1"/>
          <p:nvPr/>
        </p:nvSpPr>
        <p:spPr>
          <a:xfrm>
            <a:off x="2009192" y="844925"/>
            <a:ext cx="8173616" cy="830997"/>
          </a:xfrm>
          <a:prstGeom prst="rect">
            <a:avLst/>
          </a:prstGeom>
          <a:noFill/>
        </p:spPr>
        <p:txBody>
          <a:bodyPr wrap="square" rtlCol="1">
            <a:spAutoFit/>
          </a:bodyPr>
          <a:lstStyle/>
          <a:p>
            <a:pPr algn="ctr"/>
            <a:r>
              <a:rPr lang="he-IL" sz="2400" dirty="0"/>
              <a:t>הגדרת המצווה:</a:t>
            </a:r>
          </a:p>
          <a:p>
            <a:pPr algn="ctr"/>
            <a:r>
              <a:rPr lang="he-IL" sz="2400" dirty="0"/>
              <a:t>שלא נחזיק במה שיהיה בידינו מזולתנו</a:t>
            </a:r>
          </a:p>
        </p:txBody>
      </p:sp>
      <p:pic>
        <p:nvPicPr>
          <p:cNvPr id="22" name="גרפיקה 21" descr="יד פתוחה">
            <a:extLst>
              <a:ext uri="{FF2B5EF4-FFF2-40B4-BE49-F238E27FC236}">
                <a16:creationId xmlns:a16="http://schemas.microsoft.com/office/drawing/2014/main" id="{2B47E11C-58C8-4DBE-A6C1-81C77D3532A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4258824" y="3976193"/>
            <a:ext cx="2941319" cy="2941319"/>
          </a:xfrm>
          <a:prstGeom prst="rect">
            <a:avLst/>
          </a:prstGeom>
        </p:spPr>
      </p:pic>
      <p:sp>
        <p:nvSpPr>
          <p:cNvPr id="23" name="אליפסה 22">
            <a:extLst>
              <a:ext uri="{FF2B5EF4-FFF2-40B4-BE49-F238E27FC236}">
                <a16:creationId xmlns:a16="http://schemas.microsoft.com/office/drawing/2014/main" id="{E1E91128-AC93-44A5-B351-FB37540E1FB9}"/>
              </a:ext>
            </a:extLst>
          </p:cNvPr>
          <p:cNvSpPr/>
          <p:nvPr/>
        </p:nvSpPr>
        <p:spPr>
          <a:xfrm>
            <a:off x="6693354" y="2392681"/>
            <a:ext cx="914400" cy="9144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dirty="0"/>
              <a:t>גניבה</a:t>
            </a:r>
          </a:p>
        </p:txBody>
      </p:sp>
      <p:sp>
        <p:nvSpPr>
          <p:cNvPr id="25" name="אליפסה 24">
            <a:extLst>
              <a:ext uri="{FF2B5EF4-FFF2-40B4-BE49-F238E27FC236}">
                <a16:creationId xmlns:a16="http://schemas.microsoft.com/office/drawing/2014/main" id="{8F496A9D-6D12-44BF-8B58-008E81660FC8}"/>
              </a:ext>
            </a:extLst>
          </p:cNvPr>
          <p:cNvSpPr/>
          <p:nvPr/>
        </p:nvSpPr>
        <p:spPr>
          <a:xfrm>
            <a:off x="8069923" y="1507302"/>
            <a:ext cx="914400" cy="914400"/>
          </a:xfrm>
          <a:prstGeom prst="ellipse">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dirty="0"/>
              <a:t>אונס/כוח</a:t>
            </a:r>
          </a:p>
        </p:txBody>
      </p:sp>
      <p:sp>
        <p:nvSpPr>
          <p:cNvPr id="26" name="אליפסה 25">
            <a:extLst>
              <a:ext uri="{FF2B5EF4-FFF2-40B4-BE49-F238E27FC236}">
                <a16:creationId xmlns:a16="http://schemas.microsoft.com/office/drawing/2014/main" id="{644DE9FE-C27C-4E98-8DD4-C83ADA9F16FC}"/>
              </a:ext>
            </a:extLst>
          </p:cNvPr>
          <p:cNvSpPr/>
          <p:nvPr/>
        </p:nvSpPr>
        <p:spPr>
          <a:xfrm>
            <a:off x="5467079" y="2381360"/>
            <a:ext cx="914400" cy="914400"/>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dirty="0"/>
              <a:t>שוד</a:t>
            </a:r>
          </a:p>
        </p:txBody>
      </p:sp>
      <p:sp>
        <p:nvSpPr>
          <p:cNvPr id="27" name="אליפסה 26">
            <a:extLst>
              <a:ext uri="{FF2B5EF4-FFF2-40B4-BE49-F238E27FC236}">
                <a16:creationId xmlns:a16="http://schemas.microsoft.com/office/drawing/2014/main" id="{ECD8806D-D8BF-4A9C-93A9-165ABD937833}"/>
              </a:ext>
            </a:extLst>
          </p:cNvPr>
          <p:cNvSpPr/>
          <p:nvPr/>
        </p:nvSpPr>
        <p:spPr>
          <a:xfrm>
            <a:off x="9087746" y="2297182"/>
            <a:ext cx="1027612" cy="1082756"/>
          </a:xfrm>
          <a:prstGeom prst="ellipse">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r"/>
            <a:r>
              <a:rPr lang="he-IL" dirty="0"/>
              <a:t>דחיית תשלום</a:t>
            </a:r>
          </a:p>
        </p:txBody>
      </p:sp>
      <p:sp>
        <p:nvSpPr>
          <p:cNvPr id="29" name="אליפסה 28">
            <a:extLst>
              <a:ext uri="{FF2B5EF4-FFF2-40B4-BE49-F238E27FC236}">
                <a16:creationId xmlns:a16="http://schemas.microsoft.com/office/drawing/2014/main" id="{7AA20DFB-6F50-429C-BDBA-D75A70CD4D29}"/>
              </a:ext>
            </a:extLst>
          </p:cNvPr>
          <p:cNvSpPr/>
          <p:nvPr/>
        </p:nvSpPr>
        <p:spPr>
          <a:xfrm>
            <a:off x="7951198" y="3143797"/>
            <a:ext cx="914400" cy="914400"/>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r"/>
            <a:r>
              <a:rPr lang="he-IL" dirty="0"/>
              <a:t>החזר חובות</a:t>
            </a:r>
          </a:p>
        </p:txBody>
      </p:sp>
      <p:sp>
        <p:nvSpPr>
          <p:cNvPr id="30" name="אליפסה 29">
            <a:extLst>
              <a:ext uri="{FF2B5EF4-FFF2-40B4-BE49-F238E27FC236}">
                <a16:creationId xmlns:a16="http://schemas.microsoft.com/office/drawing/2014/main" id="{725C1F8C-6A35-4A83-8886-46F71FBBD1D0}"/>
              </a:ext>
            </a:extLst>
          </p:cNvPr>
          <p:cNvSpPr/>
          <p:nvPr/>
        </p:nvSpPr>
        <p:spPr>
          <a:xfrm>
            <a:off x="6267723" y="3600997"/>
            <a:ext cx="914400" cy="914400"/>
          </a:xfrm>
          <a:prstGeom prst="ellipse">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r"/>
            <a:r>
              <a:rPr lang="he-IL" dirty="0"/>
              <a:t>כובש שכר שכיר</a:t>
            </a:r>
          </a:p>
        </p:txBody>
      </p:sp>
      <p:sp>
        <p:nvSpPr>
          <p:cNvPr id="31" name="אליפסה 30">
            <a:extLst>
              <a:ext uri="{FF2B5EF4-FFF2-40B4-BE49-F238E27FC236}">
                <a16:creationId xmlns:a16="http://schemas.microsoft.com/office/drawing/2014/main" id="{6B46752B-5B41-4F50-846A-057AEB4D1E62}"/>
              </a:ext>
            </a:extLst>
          </p:cNvPr>
          <p:cNvSpPr/>
          <p:nvPr/>
        </p:nvSpPr>
        <p:spPr>
          <a:xfrm>
            <a:off x="5009879" y="3798650"/>
            <a:ext cx="914400" cy="9144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dirty="0"/>
              <a:t>גזל</a:t>
            </a:r>
          </a:p>
        </p:txBody>
      </p:sp>
      <p:sp>
        <p:nvSpPr>
          <p:cNvPr id="35" name="אליפסה 34">
            <a:extLst>
              <a:ext uri="{FF2B5EF4-FFF2-40B4-BE49-F238E27FC236}">
                <a16:creationId xmlns:a16="http://schemas.microsoft.com/office/drawing/2014/main" id="{400D2908-4684-49A2-977B-ADD119C97C1D}"/>
              </a:ext>
            </a:extLst>
          </p:cNvPr>
          <p:cNvSpPr/>
          <p:nvPr/>
        </p:nvSpPr>
        <p:spPr>
          <a:xfrm>
            <a:off x="9756802" y="1072152"/>
            <a:ext cx="914400" cy="914400"/>
          </a:xfrm>
          <a:prstGeom prst="ellipse">
            <a:avLst/>
          </a:prstGeom>
          <a:solidFill>
            <a:schemeClr val="tx1">
              <a:lumMod val="65000"/>
              <a:lumOff val="35000"/>
            </a:schemeClr>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dirty="0"/>
              <a:t>הלנת שכר</a:t>
            </a:r>
          </a:p>
        </p:txBody>
      </p:sp>
    </p:spTree>
    <p:extLst>
      <p:ext uri="{BB962C8B-B14F-4D97-AF65-F5344CB8AC3E}">
        <p14:creationId xmlns:p14="http://schemas.microsoft.com/office/powerpoint/2010/main" val="405805440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wheel(1)">
                                      <p:cBhvr>
                                        <p:cTn id="7" dur="2000"/>
                                        <p:tgtEl>
                                          <p:spTgt spid="31"/>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grpId="0" nodeType="clickEffect">
                                  <p:stCondLst>
                                    <p:cond delay="0"/>
                                  </p:stCondLst>
                                  <p:childTnLst>
                                    <p:set>
                                      <p:cBhvr>
                                        <p:cTn id="11" dur="1" fill="hold">
                                          <p:stCondLst>
                                            <p:cond delay="0"/>
                                          </p:stCondLst>
                                        </p:cTn>
                                        <p:tgtEl>
                                          <p:spTgt spid="30"/>
                                        </p:tgtEl>
                                        <p:attrNameLst>
                                          <p:attrName>style.visibility</p:attrName>
                                        </p:attrNameLst>
                                      </p:cBhvr>
                                      <p:to>
                                        <p:strVal val="visible"/>
                                      </p:to>
                                    </p:set>
                                    <p:animEffect transition="in" filter="wheel(1)">
                                      <p:cBhvr>
                                        <p:cTn id="12" dur="2000"/>
                                        <p:tgtEl>
                                          <p:spTgt spid="30"/>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1" fill="hold" grpId="0" nodeType="click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wheel(1)">
                                      <p:cBhvr>
                                        <p:cTn id="17" dur="2000"/>
                                        <p:tgtEl>
                                          <p:spTgt spid="26"/>
                                        </p:tgtEl>
                                      </p:cBhvr>
                                    </p:animEffect>
                                  </p:childTnLst>
                                </p:cTn>
                              </p:par>
                            </p:childTnLst>
                          </p:cTn>
                        </p:par>
                      </p:childTnLst>
                    </p:cTn>
                  </p:par>
                  <p:par>
                    <p:cTn id="18" fill="hold">
                      <p:stCondLst>
                        <p:cond delay="indefinite"/>
                      </p:stCondLst>
                      <p:childTnLst>
                        <p:par>
                          <p:cTn id="19" fill="hold">
                            <p:stCondLst>
                              <p:cond delay="0"/>
                            </p:stCondLst>
                            <p:childTnLst>
                              <p:par>
                                <p:cTn id="20" presetID="21" presetClass="entr" presetSubtype="1" fill="hold" grpId="0" nodeType="click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wheel(1)">
                                      <p:cBhvr>
                                        <p:cTn id="22" dur="2000"/>
                                        <p:tgtEl>
                                          <p:spTgt spid="29"/>
                                        </p:tgtEl>
                                      </p:cBhvr>
                                    </p:animEffect>
                                  </p:childTnLst>
                                </p:cTn>
                              </p:par>
                            </p:childTnLst>
                          </p:cTn>
                        </p:par>
                      </p:childTnLst>
                    </p:cTn>
                  </p:par>
                  <p:par>
                    <p:cTn id="23" fill="hold">
                      <p:stCondLst>
                        <p:cond delay="indefinite"/>
                      </p:stCondLst>
                      <p:childTnLst>
                        <p:par>
                          <p:cTn id="24" fill="hold">
                            <p:stCondLst>
                              <p:cond delay="0"/>
                            </p:stCondLst>
                            <p:childTnLst>
                              <p:par>
                                <p:cTn id="25" presetID="21" presetClass="entr" presetSubtype="1" fill="hold" grpId="0" nodeType="click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wheel(1)">
                                      <p:cBhvr>
                                        <p:cTn id="27" dur="2000"/>
                                        <p:tgtEl>
                                          <p:spTgt spid="25"/>
                                        </p:tgtEl>
                                      </p:cBhvr>
                                    </p:animEffect>
                                  </p:childTnLst>
                                </p:cTn>
                              </p:par>
                            </p:childTnLst>
                          </p:cTn>
                        </p:par>
                      </p:childTnLst>
                    </p:cTn>
                  </p:par>
                  <p:par>
                    <p:cTn id="28" fill="hold">
                      <p:stCondLst>
                        <p:cond delay="indefinite"/>
                      </p:stCondLst>
                      <p:childTnLst>
                        <p:par>
                          <p:cTn id="29" fill="hold">
                            <p:stCondLst>
                              <p:cond delay="0"/>
                            </p:stCondLst>
                            <p:childTnLst>
                              <p:par>
                                <p:cTn id="30" presetID="21" presetClass="entr" presetSubtype="1" fill="hold" grpId="0" nodeType="clickEffect">
                                  <p:stCondLst>
                                    <p:cond delay="0"/>
                                  </p:stCondLst>
                                  <p:childTnLst>
                                    <p:set>
                                      <p:cBhvr>
                                        <p:cTn id="31" dur="1" fill="hold">
                                          <p:stCondLst>
                                            <p:cond delay="0"/>
                                          </p:stCondLst>
                                        </p:cTn>
                                        <p:tgtEl>
                                          <p:spTgt spid="23"/>
                                        </p:tgtEl>
                                        <p:attrNameLst>
                                          <p:attrName>style.visibility</p:attrName>
                                        </p:attrNameLst>
                                      </p:cBhvr>
                                      <p:to>
                                        <p:strVal val="visible"/>
                                      </p:to>
                                    </p:set>
                                    <p:animEffect transition="in" filter="wheel(1)">
                                      <p:cBhvr>
                                        <p:cTn id="32" dur="2000"/>
                                        <p:tgtEl>
                                          <p:spTgt spid="23"/>
                                        </p:tgtEl>
                                      </p:cBhvr>
                                    </p:animEffect>
                                  </p:childTnLst>
                                </p:cTn>
                              </p:par>
                            </p:childTnLst>
                          </p:cTn>
                        </p:par>
                      </p:childTnLst>
                    </p:cTn>
                  </p:par>
                  <p:par>
                    <p:cTn id="33" fill="hold">
                      <p:stCondLst>
                        <p:cond delay="indefinite"/>
                      </p:stCondLst>
                      <p:childTnLst>
                        <p:par>
                          <p:cTn id="34" fill="hold">
                            <p:stCondLst>
                              <p:cond delay="0"/>
                            </p:stCondLst>
                            <p:childTnLst>
                              <p:par>
                                <p:cTn id="35" presetID="21" presetClass="entr" presetSubtype="1" fill="hold" grpId="0" nodeType="click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wheel(1)">
                                      <p:cBhvr>
                                        <p:cTn id="37" dur="2000"/>
                                        <p:tgtEl>
                                          <p:spTgt spid="27"/>
                                        </p:tgtEl>
                                      </p:cBhvr>
                                    </p:animEffect>
                                  </p:childTnLst>
                                </p:cTn>
                              </p:par>
                            </p:childTnLst>
                          </p:cTn>
                        </p:par>
                      </p:childTnLst>
                    </p:cTn>
                  </p:par>
                  <p:par>
                    <p:cTn id="38" fill="hold">
                      <p:stCondLst>
                        <p:cond delay="indefinite"/>
                      </p:stCondLst>
                      <p:childTnLst>
                        <p:par>
                          <p:cTn id="39" fill="hold">
                            <p:stCondLst>
                              <p:cond delay="0"/>
                            </p:stCondLst>
                            <p:childTnLst>
                              <p:par>
                                <p:cTn id="40" presetID="21" presetClass="entr" presetSubtype="1" fill="hold" grpId="0" nodeType="clickEffect">
                                  <p:stCondLst>
                                    <p:cond delay="0"/>
                                  </p:stCondLst>
                                  <p:childTnLst>
                                    <p:set>
                                      <p:cBhvr>
                                        <p:cTn id="41" dur="1" fill="hold">
                                          <p:stCondLst>
                                            <p:cond delay="0"/>
                                          </p:stCondLst>
                                        </p:cTn>
                                        <p:tgtEl>
                                          <p:spTgt spid="35"/>
                                        </p:tgtEl>
                                        <p:attrNameLst>
                                          <p:attrName>style.visibility</p:attrName>
                                        </p:attrNameLst>
                                      </p:cBhvr>
                                      <p:to>
                                        <p:strVal val="visible"/>
                                      </p:to>
                                    </p:set>
                                    <p:animEffect transition="in" filter="wheel(1)">
                                      <p:cBhvr>
                                        <p:cTn id="42" dur="20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5" grpId="0" animBg="1"/>
      <p:bldP spid="26" grpId="0" animBg="1"/>
      <p:bldP spid="27" grpId="0" animBg="1"/>
      <p:bldP spid="29" grpId="0" animBg="1"/>
      <p:bldP spid="30" grpId="0" animBg="1"/>
      <p:bldP spid="31" grpId="0" animBg="1"/>
      <p:bldP spid="35" grpId="0" animBg="1"/>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2" name="מציין מיקום של כותרת תחתונה 1">
            <a:extLst>
              <a:ext uri="{FF2B5EF4-FFF2-40B4-BE49-F238E27FC236}">
                <a16:creationId xmlns:a16="http://schemas.microsoft.com/office/drawing/2014/main" id="{755553EF-3149-4D9C-890F-C976CE80266F}"/>
              </a:ext>
            </a:extLst>
          </p:cNvPr>
          <p:cNvSpPr>
            <a:spLocks noGrp="1"/>
          </p:cNvSpPr>
          <p:nvPr>
            <p:ph type="ftr" sz="quarter" idx="11"/>
          </p:nvPr>
        </p:nvSpPr>
        <p:spPr/>
        <p:txBody>
          <a:bodyPr/>
          <a:lstStyle/>
          <a:p>
            <a:r>
              <a:rPr lang="he-IL"/>
              <a:t>לקט מצוות מספר החינוך</a:t>
            </a:r>
          </a:p>
        </p:txBody>
      </p:sp>
      <p:sp>
        <p:nvSpPr>
          <p:cNvPr id="3" name="תיבת טקסט 2">
            <a:extLst>
              <a:ext uri="{FF2B5EF4-FFF2-40B4-BE49-F238E27FC236}">
                <a16:creationId xmlns:a16="http://schemas.microsoft.com/office/drawing/2014/main" id="{E8510F82-0936-420D-BB7B-8A283311581C}"/>
              </a:ext>
            </a:extLst>
          </p:cNvPr>
          <p:cNvSpPr txBox="1"/>
          <p:nvPr/>
        </p:nvSpPr>
        <p:spPr>
          <a:xfrm>
            <a:off x="2083837" y="783772"/>
            <a:ext cx="8024326" cy="1692771"/>
          </a:xfrm>
          <a:prstGeom prst="rect">
            <a:avLst/>
          </a:prstGeom>
          <a:noFill/>
        </p:spPr>
        <p:txBody>
          <a:bodyPr wrap="square" rtlCol="1">
            <a:spAutoFit/>
          </a:bodyPr>
          <a:lstStyle/>
          <a:p>
            <a:pPr algn="ctr"/>
            <a:r>
              <a:rPr lang="he-IL" sz="6600" dirty="0">
                <a:latin typeface="Guttman Stam" pitchFamily="2" charset="-79"/>
                <a:cs typeface="Guttman Stam" pitchFamily="2" charset="-79"/>
              </a:rPr>
              <a:t>"לא תעשוק את רעך"</a:t>
            </a:r>
          </a:p>
          <a:p>
            <a:pPr algn="ctr"/>
            <a:r>
              <a:rPr lang="he-IL" sz="2000" dirty="0">
                <a:latin typeface="Guttman Stam" pitchFamily="2" charset="-79"/>
                <a:cs typeface="Guttman Stam" pitchFamily="2" charset="-79"/>
              </a:rPr>
              <a:t>(ויקרא </a:t>
            </a:r>
            <a:r>
              <a:rPr lang="he-IL" sz="2000" dirty="0" err="1">
                <a:latin typeface="Guttman Stam" pitchFamily="2" charset="-79"/>
                <a:cs typeface="Guttman Stam" pitchFamily="2" charset="-79"/>
              </a:rPr>
              <a:t>יט</a:t>
            </a:r>
            <a:r>
              <a:rPr lang="he-IL" sz="2000" dirty="0">
                <a:latin typeface="Guttman Stam" pitchFamily="2" charset="-79"/>
                <a:cs typeface="Guttman Stam" pitchFamily="2" charset="-79"/>
              </a:rPr>
              <a:t>, </a:t>
            </a:r>
            <a:r>
              <a:rPr lang="he-IL" sz="2000" dirty="0" err="1">
                <a:latin typeface="Guttman Stam" pitchFamily="2" charset="-79"/>
                <a:cs typeface="Guttman Stam" pitchFamily="2" charset="-79"/>
              </a:rPr>
              <a:t>יג</a:t>
            </a:r>
            <a:r>
              <a:rPr lang="he-IL" sz="2000" dirty="0">
                <a:latin typeface="Guttman Stam" pitchFamily="2" charset="-79"/>
                <a:cs typeface="Guttman Stam" pitchFamily="2" charset="-79"/>
              </a:rPr>
              <a:t>)</a:t>
            </a:r>
          </a:p>
          <a:p>
            <a:pPr algn="ctr"/>
            <a:endParaRPr lang="he-IL" dirty="0"/>
          </a:p>
        </p:txBody>
      </p:sp>
    </p:spTree>
    <p:extLst>
      <p:ext uri="{BB962C8B-B14F-4D97-AF65-F5344CB8AC3E}">
        <p14:creationId xmlns:p14="http://schemas.microsoft.com/office/powerpoint/2010/main" val="291005075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invX="1"/>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66A82A92-0E84-47D0-9EFC-57805E8D4BDE}"/>
              </a:ext>
            </a:extLst>
          </p:cNvPr>
          <p:cNvSpPr>
            <a:spLocks noGrp="1"/>
          </p:cNvSpPr>
          <p:nvPr>
            <p:ph type="title"/>
          </p:nvPr>
        </p:nvSpPr>
        <p:spPr>
          <a:xfrm>
            <a:off x="1295402" y="982131"/>
            <a:ext cx="9601196" cy="871739"/>
          </a:xfrm>
        </p:spPr>
        <p:txBody>
          <a:bodyPr>
            <a:normAutofit fontScale="90000"/>
          </a:bodyPr>
          <a:lstStyle/>
          <a:p>
            <a:pPr algn="r"/>
            <a:br>
              <a:rPr lang="he-IL" dirty="0"/>
            </a:br>
            <a:endParaRPr lang="he-IL" dirty="0"/>
          </a:p>
        </p:txBody>
      </p:sp>
      <p:sp>
        <p:nvSpPr>
          <p:cNvPr id="3" name="מציין מיקום טקסט 2">
            <a:extLst>
              <a:ext uri="{FF2B5EF4-FFF2-40B4-BE49-F238E27FC236}">
                <a16:creationId xmlns:a16="http://schemas.microsoft.com/office/drawing/2014/main" id="{44535FE0-2C13-469F-981D-068CD1AC3C69}"/>
              </a:ext>
            </a:extLst>
          </p:cNvPr>
          <p:cNvSpPr>
            <a:spLocks noGrp="1"/>
          </p:cNvSpPr>
          <p:nvPr>
            <p:ph type="body" idx="1"/>
          </p:nvPr>
        </p:nvSpPr>
        <p:spPr/>
        <p:txBody>
          <a:bodyPr/>
          <a:lstStyle/>
          <a:p>
            <a:r>
              <a:rPr lang="he-IL" dirty="0"/>
              <a:t>הכסף/הרכוש ניתן/נמצא </a:t>
            </a:r>
            <a:r>
              <a:rPr lang="he-IL" b="1" u="sng" dirty="0"/>
              <a:t>בתחילה כהוגן</a:t>
            </a:r>
            <a:r>
              <a:rPr lang="he-IL" dirty="0"/>
              <a:t> בידי העושק</a:t>
            </a:r>
          </a:p>
        </p:txBody>
      </p:sp>
      <p:sp>
        <p:nvSpPr>
          <p:cNvPr id="5" name="מציין מיקום טקסט 4">
            <a:extLst>
              <a:ext uri="{FF2B5EF4-FFF2-40B4-BE49-F238E27FC236}">
                <a16:creationId xmlns:a16="http://schemas.microsoft.com/office/drawing/2014/main" id="{830BF583-592F-41B9-9110-65B6D2904FC2}"/>
              </a:ext>
            </a:extLst>
          </p:cNvPr>
          <p:cNvSpPr>
            <a:spLocks noGrp="1"/>
          </p:cNvSpPr>
          <p:nvPr>
            <p:ph type="body" sz="quarter" idx="3"/>
          </p:nvPr>
        </p:nvSpPr>
        <p:spPr>
          <a:xfrm>
            <a:off x="6156732" y="2658533"/>
            <a:ext cx="4718304" cy="594929"/>
          </a:xfrm>
        </p:spPr>
        <p:txBody>
          <a:bodyPr/>
          <a:lstStyle/>
          <a:p>
            <a:r>
              <a:rPr lang="he-IL" dirty="0"/>
              <a:t>הכסף/הרכוש נלקח </a:t>
            </a:r>
            <a:r>
              <a:rPr lang="he-IL" b="1" u="sng" dirty="0"/>
              <a:t>בתחילה בניגוד לרצונו של בעליו</a:t>
            </a:r>
          </a:p>
        </p:txBody>
      </p:sp>
      <p:sp>
        <p:nvSpPr>
          <p:cNvPr id="7" name="מציין מיקום של כותרת תחתונה 6">
            <a:extLst>
              <a:ext uri="{FF2B5EF4-FFF2-40B4-BE49-F238E27FC236}">
                <a16:creationId xmlns:a16="http://schemas.microsoft.com/office/drawing/2014/main" id="{DB1A5BC2-9219-4C55-8AB1-A3861422C8D7}"/>
              </a:ext>
            </a:extLst>
          </p:cNvPr>
          <p:cNvSpPr>
            <a:spLocks noGrp="1"/>
          </p:cNvSpPr>
          <p:nvPr>
            <p:ph type="ftr" sz="quarter" idx="11"/>
          </p:nvPr>
        </p:nvSpPr>
        <p:spPr/>
        <p:txBody>
          <a:bodyPr/>
          <a:lstStyle/>
          <a:p>
            <a:r>
              <a:rPr lang="he-IL"/>
              <a:t>לקט מצוות מספר החינוך</a:t>
            </a:r>
          </a:p>
        </p:txBody>
      </p:sp>
      <p:sp>
        <p:nvSpPr>
          <p:cNvPr id="8" name="מציין מיקום תוכן 7">
            <a:extLst>
              <a:ext uri="{FF2B5EF4-FFF2-40B4-BE49-F238E27FC236}">
                <a16:creationId xmlns:a16="http://schemas.microsoft.com/office/drawing/2014/main" id="{7D70D8CB-2FC3-453B-AEF0-31317C1A1877}"/>
              </a:ext>
            </a:extLst>
          </p:cNvPr>
          <p:cNvSpPr>
            <a:spLocks noGrp="1"/>
          </p:cNvSpPr>
          <p:nvPr>
            <p:ph sz="half" idx="2"/>
          </p:nvPr>
        </p:nvSpPr>
        <p:spPr>
          <a:xfrm>
            <a:off x="1295400" y="3243264"/>
            <a:ext cx="1270518" cy="1002166"/>
          </a:xfrm>
          <a:prstGeom prst="ellipse">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1" anchor="ctr">
            <a:normAutofit fontScale="92500" lnSpcReduction="20000"/>
          </a:bodyPr>
          <a:lstStyle/>
          <a:p>
            <a:pPr algn="r"/>
            <a:r>
              <a:rPr lang="he-IL" sz="1400" dirty="0"/>
              <a:t>דחיית תשלום</a:t>
            </a:r>
          </a:p>
        </p:txBody>
      </p:sp>
      <p:sp>
        <p:nvSpPr>
          <p:cNvPr id="9" name="אליפסה 8">
            <a:extLst>
              <a:ext uri="{FF2B5EF4-FFF2-40B4-BE49-F238E27FC236}">
                <a16:creationId xmlns:a16="http://schemas.microsoft.com/office/drawing/2014/main" id="{B566C528-33FF-45CE-B3B4-9CB933E56D30}"/>
              </a:ext>
            </a:extLst>
          </p:cNvPr>
          <p:cNvSpPr/>
          <p:nvPr/>
        </p:nvSpPr>
        <p:spPr>
          <a:xfrm>
            <a:off x="2384034" y="4790318"/>
            <a:ext cx="1270518" cy="914400"/>
          </a:xfrm>
          <a:prstGeom prst="ellipse">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r"/>
            <a:r>
              <a:rPr lang="he-IL" dirty="0"/>
              <a:t>כובש שכר שכיר</a:t>
            </a:r>
          </a:p>
        </p:txBody>
      </p:sp>
      <p:sp>
        <p:nvSpPr>
          <p:cNvPr id="10" name="אליפסה 9">
            <a:extLst>
              <a:ext uri="{FF2B5EF4-FFF2-40B4-BE49-F238E27FC236}">
                <a16:creationId xmlns:a16="http://schemas.microsoft.com/office/drawing/2014/main" id="{73B15440-B99A-444E-A3D3-696FB34B01C8}"/>
              </a:ext>
            </a:extLst>
          </p:cNvPr>
          <p:cNvSpPr/>
          <p:nvPr/>
        </p:nvSpPr>
        <p:spPr>
          <a:xfrm>
            <a:off x="7527825" y="3583643"/>
            <a:ext cx="1313646" cy="985765"/>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dirty="0"/>
              <a:t>גניבה</a:t>
            </a:r>
          </a:p>
        </p:txBody>
      </p:sp>
      <p:sp>
        <p:nvSpPr>
          <p:cNvPr id="11" name="אליפסה 10">
            <a:extLst>
              <a:ext uri="{FF2B5EF4-FFF2-40B4-BE49-F238E27FC236}">
                <a16:creationId xmlns:a16="http://schemas.microsoft.com/office/drawing/2014/main" id="{FC18512A-DCBF-4328-A390-E9408A7CBCA0}"/>
              </a:ext>
            </a:extLst>
          </p:cNvPr>
          <p:cNvSpPr/>
          <p:nvPr/>
        </p:nvSpPr>
        <p:spPr>
          <a:xfrm>
            <a:off x="3019293" y="3482063"/>
            <a:ext cx="1270517" cy="985765"/>
          </a:xfrm>
          <a:prstGeom prst="ellipse">
            <a:avLst/>
          </a:prstGeom>
          <a:solidFill>
            <a:schemeClr val="tx2">
              <a:lumMod val="75000"/>
              <a:lumOff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dirty="0"/>
              <a:t>הלנת שכר</a:t>
            </a:r>
          </a:p>
        </p:txBody>
      </p:sp>
      <p:sp>
        <p:nvSpPr>
          <p:cNvPr id="12" name="מציין מיקום תוכן 11">
            <a:extLst>
              <a:ext uri="{FF2B5EF4-FFF2-40B4-BE49-F238E27FC236}">
                <a16:creationId xmlns:a16="http://schemas.microsoft.com/office/drawing/2014/main" id="{05E84562-4DAA-4452-9A1A-54FE3722A6BB}"/>
              </a:ext>
            </a:extLst>
          </p:cNvPr>
          <p:cNvSpPr>
            <a:spLocks noGrp="1"/>
          </p:cNvSpPr>
          <p:nvPr>
            <p:ph sz="quarter" idx="4"/>
          </p:nvPr>
        </p:nvSpPr>
        <p:spPr>
          <a:xfrm>
            <a:off x="9954699" y="4983235"/>
            <a:ext cx="1313646" cy="985765"/>
          </a:xfrm>
          <a:prstGeom prst="ellipse">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1" anchor="ctr">
            <a:normAutofit fontScale="92500" lnSpcReduction="20000"/>
          </a:bodyPr>
          <a:lstStyle/>
          <a:p>
            <a:pPr marL="0" indent="0" algn="ctr">
              <a:buNone/>
            </a:pPr>
            <a:r>
              <a:rPr lang="he-IL" sz="2000" dirty="0"/>
              <a:t>אונס/</a:t>
            </a:r>
          </a:p>
          <a:p>
            <a:pPr marL="0" indent="0" algn="ctr">
              <a:buNone/>
            </a:pPr>
            <a:r>
              <a:rPr lang="he-IL" sz="2000" dirty="0"/>
              <a:t>כוח</a:t>
            </a:r>
          </a:p>
        </p:txBody>
      </p:sp>
      <p:sp>
        <p:nvSpPr>
          <p:cNvPr id="15" name="אליפסה 14">
            <a:extLst>
              <a:ext uri="{FF2B5EF4-FFF2-40B4-BE49-F238E27FC236}">
                <a16:creationId xmlns:a16="http://schemas.microsoft.com/office/drawing/2014/main" id="{37998D49-0905-44E7-9713-52028D7BDADD}"/>
              </a:ext>
            </a:extLst>
          </p:cNvPr>
          <p:cNvSpPr/>
          <p:nvPr/>
        </p:nvSpPr>
        <p:spPr>
          <a:xfrm>
            <a:off x="4221310" y="4684147"/>
            <a:ext cx="1249794" cy="914400"/>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r"/>
            <a:r>
              <a:rPr lang="he-IL" dirty="0"/>
              <a:t>החזר חובות</a:t>
            </a:r>
          </a:p>
        </p:txBody>
      </p:sp>
      <p:sp>
        <p:nvSpPr>
          <p:cNvPr id="16" name="אליפסה 15">
            <a:extLst>
              <a:ext uri="{FF2B5EF4-FFF2-40B4-BE49-F238E27FC236}">
                <a16:creationId xmlns:a16="http://schemas.microsoft.com/office/drawing/2014/main" id="{A4C7622E-82F1-439A-BCC9-E034EC729EC6}"/>
              </a:ext>
            </a:extLst>
          </p:cNvPr>
          <p:cNvSpPr/>
          <p:nvPr/>
        </p:nvSpPr>
        <p:spPr>
          <a:xfrm>
            <a:off x="9464590" y="3974945"/>
            <a:ext cx="1410446" cy="914400"/>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dirty="0"/>
              <a:t>שוד</a:t>
            </a:r>
          </a:p>
        </p:txBody>
      </p:sp>
      <p:sp>
        <p:nvSpPr>
          <p:cNvPr id="17" name="אליפסה 16">
            <a:extLst>
              <a:ext uri="{FF2B5EF4-FFF2-40B4-BE49-F238E27FC236}">
                <a16:creationId xmlns:a16="http://schemas.microsoft.com/office/drawing/2014/main" id="{2372FFF9-549A-4EE4-B5FB-59D32E1880C9}"/>
              </a:ext>
            </a:extLst>
          </p:cNvPr>
          <p:cNvSpPr/>
          <p:nvPr/>
        </p:nvSpPr>
        <p:spPr>
          <a:xfrm>
            <a:off x="7944478" y="5018917"/>
            <a:ext cx="1313646" cy="9144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dirty="0"/>
              <a:t>גזל</a:t>
            </a:r>
          </a:p>
        </p:txBody>
      </p:sp>
      <p:pic>
        <p:nvPicPr>
          <p:cNvPr id="19" name="גרפיקה 18" descr="חץ - סיבוב ימינה">
            <a:extLst>
              <a:ext uri="{FF2B5EF4-FFF2-40B4-BE49-F238E27FC236}">
                <a16:creationId xmlns:a16="http://schemas.microsoft.com/office/drawing/2014/main" id="{892552DC-9E89-40DE-8189-7E71915C8BD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8550190" y="1396670"/>
            <a:ext cx="914400" cy="914400"/>
          </a:xfrm>
          <a:prstGeom prst="rect">
            <a:avLst/>
          </a:prstGeom>
        </p:spPr>
      </p:pic>
      <p:pic>
        <p:nvPicPr>
          <p:cNvPr id="21" name="גרפיקה 20" descr="חץ - סיבוב שמאלה">
            <a:extLst>
              <a:ext uri="{FF2B5EF4-FFF2-40B4-BE49-F238E27FC236}">
                <a16:creationId xmlns:a16="http://schemas.microsoft.com/office/drawing/2014/main" id="{0F10DD47-1260-4517-A5A7-32C1DC633C8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302106" y="1432353"/>
            <a:ext cx="914400" cy="914400"/>
          </a:xfrm>
          <a:prstGeom prst="rect">
            <a:avLst/>
          </a:prstGeom>
        </p:spPr>
      </p:pic>
      <p:sp>
        <p:nvSpPr>
          <p:cNvPr id="22" name="תיבת טקסט 21">
            <a:extLst>
              <a:ext uri="{FF2B5EF4-FFF2-40B4-BE49-F238E27FC236}">
                <a16:creationId xmlns:a16="http://schemas.microsoft.com/office/drawing/2014/main" id="{99DDE1C0-76D3-4A60-B0A2-464C8EEA53E6}"/>
              </a:ext>
            </a:extLst>
          </p:cNvPr>
          <p:cNvSpPr txBox="1"/>
          <p:nvPr/>
        </p:nvSpPr>
        <p:spPr>
          <a:xfrm>
            <a:off x="7896500" y="878334"/>
            <a:ext cx="2273313" cy="646331"/>
          </a:xfrm>
          <a:prstGeom prst="rect">
            <a:avLst/>
          </a:prstGeom>
          <a:noFill/>
        </p:spPr>
        <p:txBody>
          <a:bodyPr wrap="square" rtlCol="1">
            <a:spAutoFit/>
          </a:bodyPr>
          <a:lstStyle/>
          <a:p>
            <a:r>
              <a:rPr lang="he-IL" sz="3600" dirty="0"/>
              <a:t>גניבה </a:t>
            </a:r>
            <a:r>
              <a:rPr lang="he-IL" sz="3600" dirty="0" err="1"/>
              <a:t>וגזילה</a:t>
            </a:r>
            <a:endParaRPr lang="he-IL" sz="3600" dirty="0"/>
          </a:p>
        </p:txBody>
      </p:sp>
      <p:sp>
        <p:nvSpPr>
          <p:cNvPr id="23" name="תיבת טקסט 22">
            <a:extLst>
              <a:ext uri="{FF2B5EF4-FFF2-40B4-BE49-F238E27FC236}">
                <a16:creationId xmlns:a16="http://schemas.microsoft.com/office/drawing/2014/main" id="{D23B2063-4A99-4D39-AFAC-9FB135479B93}"/>
              </a:ext>
            </a:extLst>
          </p:cNvPr>
          <p:cNvSpPr txBox="1"/>
          <p:nvPr/>
        </p:nvSpPr>
        <p:spPr>
          <a:xfrm>
            <a:off x="3072917" y="878333"/>
            <a:ext cx="2542977" cy="646331"/>
          </a:xfrm>
          <a:prstGeom prst="rect">
            <a:avLst/>
          </a:prstGeom>
          <a:noFill/>
        </p:spPr>
        <p:txBody>
          <a:bodyPr wrap="square" rtlCol="1">
            <a:spAutoFit/>
          </a:bodyPr>
          <a:lstStyle/>
          <a:p>
            <a:r>
              <a:rPr lang="he-IL" sz="3600" dirty="0"/>
              <a:t>עושק</a:t>
            </a:r>
          </a:p>
        </p:txBody>
      </p:sp>
    </p:spTree>
    <p:extLst>
      <p:ext uri="{BB962C8B-B14F-4D97-AF65-F5344CB8AC3E}">
        <p14:creationId xmlns:p14="http://schemas.microsoft.com/office/powerpoint/2010/main" val="77190396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invX="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6"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1+#ppt_w/2"/>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6"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1+#ppt_w/2"/>
                                          </p:val>
                                        </p:tav>
                                        <p:tav tm="100000">
                                          <p:val>
                                            <p:strVal val="#ppt_x"/>
                                          </p:val>
                                        </p:tav>
                                      </p:tavLst>
                                    </p:anim>
                                    <p:anim calcmode="lin" valueType="num">
                                      <p:cBhvr additive="base">
                                        <p:cTn id="1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6"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anim calcmode="lin" valueType="num">
                                      <p:cBhvr additive="base">
                                        <p:cTn id="19" dur="500" fill="hold"/>
                                        <p:tgtEl>
                                          <p:spTgt spid="17"/>
                                        </p:tgtEl>
                                        <p:attrNameLst>
                                          <p:attrName>ppt_x</p:attrName>
                                        </p:attrNameLst>
                                      </p:cBhvr>
                                      <p:tavLst>
                                        <p:tav tm="0">
                                          <p:val>
                                            <p:strVal val="1+#ppt_w/2"/>
                                          </p:val>
                                        </p:tav>
                                        <p:tav tm="100000">
                                          <p:val>
                                            <p:strVal val="#ppt_x"/>
                                          </p:val>
                                        </p:tav>
                                      </p:tavLst>
                                    </p:anim>
                                    <p:anim calcmode="lin" valueType="num">
                                      <p:cBhvr additive="base">
                                        <p:cTn id="20"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6" fill="hold" grpId="0" nodeType="clickEffect">
                                  <p:stCondLst>
                                    <p:cond delay="0"/>
                                  </p:stCondLst>
                                  <p:childTnLst>
                                    <p:set>
                                      <p:cBhvr>
                                        <p:cTn id="24" dur="1" fill="hold">
                                          <p:stCondLst>
                                            <p:cond delay="0"/>
                                          </p:stCondLst>
                                        </p:cTn>
                                        <p:tgtEl>
                                          <p:spTgt spid="12">
                                            <p:bg/>
                                          </p:spTgt>
                                        </p:tgtEl>
                                        <p:attrNameLst>
                                          <p:attrName>style.visibility</p:attrName>
                                        </p:attrNameLst>
                                      </p:cBhvr>
                                      <p:to>
                                        <p:strVal val="visible"/>
                                      </p:to>
                                    </p:set>
                                    <p:anim calcmode="lin" valueType="num">
                                      <p:cBhvr additive="base">
                                        <p:cTn id="25" dur="500" fill="hold"/>
                                        <p:tgtEl>
                                          <p:spTgt spid="12">
                                            <p:bg/>
                                          </p:spTgt>
                                        </p:tgtEl>
                                        <p:attrNameLst>
                                          <p:attrName>ppt_x</p:attrName>
                                        </p:attrNameLst>
                                      </p:cBhvr>
                                      <p:tavLst>
                                        <p:tav tm="0">
                                          <p:val>
                                            <p:strVal val="1+#ppt_w/2"/>
                                          </p:val>
                                        </p:tav>
                                        <p:tav tm="100000">
                                          <p:val>
                                            <p:strVal val="#ppt_x"/>
                                          </p:val>
                                        </p:tav>
                                      </p:tavLst>
                                    </p:anim>
                                    <p:anim calcmode="lin" valueType="num">
                                      <p:cBhvr additive="base">
                                        <p:cTn id="26" dur="500" fill="hold"/>
                                        <p:tgtEl>
                                          <p:spTgt spid="12">
                                            <p:bg/>
                                          </p:spTgt>
                                        </p:tgtEl>
                                        <p:attrNameLst>
                                          <p:attrName>ppt_y</p:attrName>
                                        </p:attrNameLst>
                                      </p:cBhvr>
                                      <p:tavLst>
                                        <p:tav tm="0">
                                          <p:val>
                                            <p:strVal val="1+#ppt_h/2"/>
                                          </p:val>
                                        </p:tav>
                                        <p:tav tm="100000">
                                          <p:val>
                                            <p:strVal val="#ppt_y"/>
                                          </p:val>
                                        </p:tav>
                                      </p:tavLst>
                                    </p:anim>
                                  </p:childTnLst>
                                </p:cTn>
                              </p:par>
                              <p:par>
                                <p:cTn id="27" presetID="2" presetClass="entr" presetSubtype="6" fill="hold" grpId="0" nodeType="withEffect">
                                  <p:stCondLst>
                                    <p:cond delay="0"/>
                                  </p:stCondLst>
                                  <p:childTnLst>
                                    <p:set>
                                      <p:cBhvr>
                                        <p:cTn id="28" dur="1" fill="hold">
                                          <p:stCondLst>
                                            <p:cond delay="0"/>
                                          </p:stCondLst>
                                        </p:cTn>
                                        <p:tgtEl>
                                          <p:spTgt spid="12">
                                            <p:txEl>
                                              <p:pRg st="0" end="0"/>
                                            </p:txEl>
                                          </p:spTgt>
                                        </p:tgtEl>
                                        <p:attrNameLst>
                                          <p:attrName>style.visibility</p:attrName>
                                        </p:attrNameLst>
                                      </p:cBhvr>
                                      <p:to>
                                        <p:strVal val="visible"/>
                                      </p:to>
                                    </p:set>
                                    <p:anim calcmode="lin" valueType="num">
                                      <p:cBhvr additive="base">
                                        <p:cTn id="29" dur="500" fill="hold"/>
                                        <p:tgtEl>
                                          <p:spTgt spid="12">
                                            <p:txEl>
                                              <p:pRg st="0" end="0"/>
                                            </p:txEl>
                                          </p:spTgt>
                                        </p:tgtEl>
                                        <p:attrNameLst>
                                          <p:attrName>ppt_x</p:attrName>
                                        </p:attrNameLst>
                                      </p:cBhvr>
                                      <p:tavLst>
                                        <p:tav tm="0">
                                          <p:val>
                                            <p:strVal val="1+#ppt_w/2"/>
                                          </p:val>
                                        </p:tav>
                                        <p:tav tm="100000">
                                          <p:val>
                                            <p:strVal val="#ppt_x"/>
                                          </p:val>
                                        </p:tav>
                                      </p:tavLst>
                                    </p:anim>
                                    <p:anim calcmode="lin" valueType="num">
                                      <p:cBhvr additive="base">
                                        <p:cTn id="30" dur="500" fill="hold"/>
                                        <p:tgtEl>
                                          <p:spTgt spid="12">
                                            <p:txEl>
                                              <p:pRg st="0" end="0"/>
                                            </p:txEl>
                                          </p:spTgt>
                                        </p:tgtEl>
                                        <p:attrNameLst>
                                          <p:attrName>ppt_y</p:attrName>
                                        </p:attrNameLst>
                                      </p:cBhvr>
                                      <p:tavLst>
                                        <p:tav tm="0">
                                          <p:val>
                                            <p:strVal val="1+#ppt_h/2"/>
                                          </p:val>
                                        </p:tav>
                                        <p:tav tm="100000">
                                          <p:val>
                                            <p:strVal val="#ppt_y"/>
                                          </p:val>
                                        </p:tav>
                                      </p:tavLst>
                                    </p:anim>
                                  </p:childTnLst>
                                </p:cTn>
                              </p:par>
                              <p:par>
                                <p:cTn id="31" presetID="2" presetClass="entr" presetSubtype="6" fill="hold" grpId="0" nodeType="withEffect">
                                  <p:stCondLst>
                                    <p:cond delay="0"/>
                                  </p:stCondLst>
                                  <p:childTnLst>
                                    <p:set>
                                      <p:cBhvr>
                                        <p:cTn id="32" dur="1" fill="hold">
                                          <p:stCondLst>
                                            <p:cond delay="0"/>
                                          </p:stCondLst>
                                        </p:cTn>
                                        <p:tgtEl>
                                          <p:spTgt spid="12">
                                            <p:txEl>
                                              <p:pRg st="1" end="1"/>
                                            </p:txEl>
                                          </p:spTgt>
                                        </p:tgtEl>
                                        <p:attrNameLst>
                                          <p:attrName>style.visibility</p:attrName>
                                        </p:attrNameLst>
                                      </p:cBhvr>
                                      <p:to>
                                        <p:strVal val="visible"/>
                                      </p:to>
                                    </p:set>
                                    <p:anim calcmode="lin" valueType="num">
                                      <p:cBhvr additive="base">
                                        <p:cTn id="33" dur="500" fill="hold"/>
                                        <p:tgtEl>
                                          <p:spTgt spid="12">
                                            <p:txEl>
                                              <p:pRg st="1" end="1"/>
                                            </p:txEl>
                                          </p:spTgt>
                                        </p:tgtEl>
                                        <p:attrNameLst>
                                          <p:attrName>ppt_x</p:attrName>
                                        </p:attrNameLst>
                                      </p:cBhvr>
                                      <p:tavLst>
                                        <p:tav tm="0">
                                          <p:val>
                                            <p:strVal val="1+#ppt_w/2"/>
                                          </p:val>
                                        </p:tav>
                                        <p:tav tm="100000">
                                          <p:val>
                                            <p:strVal val="#ppt_x"/>
                                          </p:val>
                                        </p:tav>
                                      </p:tavLst>
                                    </p:anim>
                                    <p:anim calcmode="lin" valueType="num">
                                      <p:cBhvr additive="base">
                                        <p:cTn id="34" dur="500" fill="hold"/>
                                        <p:tgtEl>
                                          <p:spTgt spid="1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12" fill="hold" grpId="0" nodeType="clickEffect">
                                  <p:stCondLst>
                                    <p:cond delay="0"/>
                                  </p:stCondLst>
                                  <p:childTnLst>
                                    <p:set>
                                      <p:cBhvr>
                                        <p:cTn id="38" dur="1" fill="hold">
                                          <p:stCondLst>
                                            <p:cond delay="0"/>
                                          </p:stCondLst>
                                        </p:cTn>
                                        <p:tgtEl>
                                          <p:spTgt spid="11"/>
                                        </p:tgtEl>
                                        <p:attrNameLst>
                                          <p:attrName>style.visibility</p:attrName>
                                        </p:attrNameLst>
                                      </p:cBhvr>
                                      <p:to>
                                        <p:strVal val="visible"/>
                                      </p:to>
                                    </p:set>
                                    <p:anim calcmode="lin" valueType="num">
                                      <p:cBhvr additive="base">
                                        <p:cTn id="39" dur="500" fill="hold"/>
                                        <p:tgtEl>
                                          <p:spTgt spid="11"/>
                                        </p:tgtEl>
                                        <p:attrNameLst>
                                          <p:attrName>ppt_x</p:attrName>
                                        </p:attrNameLst>
                                      </p:cBhvr>
                                      <p:tavLst>
                                        <p:tav tm="0">
                                          <p:val>
                                            <p:strVal val="0-#ppt_w/2"/>
                                          </p:val>
                                        </p:tav>
                                        <p:tav tm="100000">
                                          <p:val>
                                            <p:strVal val="#ppt_x"/>
                                          </p:val>
                                        </p:tav>
                                      </p:tavLst>
                                    </p:anim>
                                    <p:anim calcmode="lin" valueType="num">
                                      <p:cBhvr additive="base">
                                        <p:cTn id="40"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12" fill="hold" grpId="0" nodeType="clickEffect">
                                  <p:stCondLst>
                                    <p:cond delay="0"/>
                                  </p:stCondLst>
                                  <p:childTnLst>
                                    <p:set>
                                      <p:cBhvr>
                                        <p:cTn id="44" dur="1" fill="hold">
                                          <p:stCondLst>
                                            <p:cond delay="0"/>
                                          </p:stCondLst>
                                        </p:cTn>
                                        <p:tgtEl>
                                          <p:spTgt spid="9"/>
                                        </p:tgtEl>
                                        <p:attrNameLst>
                                          <p:attrName>style.visibility</p:attrName>
                                        </p:attrNameLst>
                                      </p:cBhvr>
                                      <p:to>
                                        <p:strVal val="visible"/>
                                      </p:to>
                                    </p:set>
                                    <p:anim calcmode="lin" valueType="num">
                                      <p:cBhvr additive="base">
                                        <p:cTn id="45" dur="500" fill="hold"/>
                                        <p:tgtEl>
                                          <p:spTgt spid="9"/>
                                        </p:tgtEl>
                                        <p:attrNameLst>
                                          <p:attrName>ppt_x</p:attrName>
                                        </p:attrNameLst>
                                      </p:cBhvr>
                                      <p:tavLst>
                                        <p:tav tm="0">
                                          <p:val>
                                            <p:strVal val="0-#ppt_w/2"/>
                                          </p:val>
                                        </p:tav>
                                        <p:tav tm="100000">
                                          <p:val>
                                            <p:strVal val="#ppt_x"/>
                                          </p:val>
                                        </p:tav>
                                      </p:tavLst>
                                    </p:anim>
                                    <p:anim calcmode="lin" valueType="num">
                                      <p:cBhvr additive="base">
                                        <p:cTn id="46"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12" fill="hold" grpId="0" nodeType="clickEffect">
                                  <p:stCondLst>
                                    <p:cond delay="0"/>
                                  </p:stCondLst>
                                  <p:childTnLst>
                                    <p:set>
                                      <p:cBhvr>
                                        <p:cTn id="50" dur="1" fill="hold">
                                          <p:stCondLst>
                                            <p:cond delay="0"/>
                                          </p:stCondLst>
                                        </p:cTn>
                                        <p:tgtEl>
                                          <p:spTgt spid="8">
                                            <p:bg/>
                                          </p:spTgt>
                                        </p:tgtEl>
                                        <p:attrNameLst>
                                          <p:attrName>style.visibility</p:attrName>
                                        </p:attrNameLst>
                                      </p:cBhvr>
                                      <p:to>
                                        <p:strVal val="visible"/>
                                      </p:to>
                                    </p:set>
                                    <p:anim calcmode="lin" valueType="num">
                                      <p:cBhvr additive="base">
                                        <p:cTn id="51" dur="500" fill="hold"/>
                                        <p:tgtEl>
                                          <p:spTgt spid="8">
                                            <p:bg/>
                                          </p:spTgt>
                                        </p:tgtEl>
                                        <p:attrNameLst>
                                          <p:attrName>ppt_x</p:attrName>
                                        </p:attrNameLst>
                                      </p:cBhvr>
                                      <p:tavLst>
                                        <p:tav tm="0">
                                          <p:val>
                                            <p:strVal val="0-#ppt_w/2"/>
                                          </p:val>
                                        </p:tav>
                                        <p:tav tm="100000">
                                          <p:val>
                                            <p:strVal val="#ppt_x"/>
                                          </p:val>
                                        </p:tav>
                                      </p:tavLst>
                                    </p:anim>
                                    <p:anim calcmode="lin" valueType="num">
                                      <p:cBhvr additive="base">
                                        <p:cTn id="52" dur="500" fill="hold"/>
                                        <p:tgtEl>
                                          <p:spTgt spid="8">
                                            <p:bg/>
                                          </p:spTgt>
                                        </p:tgtEl>
                                        <p:attrNameLst>
                                          <p:attrName>ppt_y</p:attrName>
                                        </p:attrNameLst>
                                      </p:cBhvr>
                                      <p:tavLst>
                                        <p:tav tm="0">
                                          <p:val>
                                            <p:strVal val="1+#ppt_h/2"/>
                                          </p:val>
                                        </p:tav>
                                        <p:tav tm="100000">
                                          <p:val>
                                            <p:strVal val="#ppt_y"/>
                                          </p:val>
                                        </p:tav>
                                      </p:tavLst>
                                    </p:anim>
                                  </p:childTnLst>
                                </p:cTn>
                              </p:par>
                              <p:par>
                                <p:cTn id="53" presetID="2" presetClass="entr" presetSubtype="12" fill="hold" grpId="0" nodeType="withEffect">
                                  <p:stCondLst>
                                    <p:cond delay="0"/>
                                  </p:stCondLst>
                                  <p:childTnLst>
                                    <p:set>
                                      <p:cBhvr>
                                        <p:cTn id="54" dur="1" fill="hold">
                                          <p:stCondLst>
                                            <p:cond delay="0"/>
                                          </p:stCondLst>
                                        </p:cTn>
                                        <p:tgtEl>
                                          <p:spTgt spid="8">
                                            <p:txEl>
                                              <p:pRg st="0" end="0"/>
                                            </p:txEl>
                                          </p:spTgt>
                                        </p:tgtEl>
                                        <p:attrNameLst>
                                          <p:attrName>style.visibility</p:attrName>
                                        </p:attrNameLst>
                                      </p:cBhvr>
                                      <p:to>
                                        <p:strVal val="visible"/>
                                      </p:to>
                                    </p:set>
                                    <p:anim calcmode="lin" valueType="num">
                                      <p:cBhvr additive="base">
                                        <p:cTn id="55" dur="500" fill="hold"/>
                                        <p:tgtEl>
                                          <p:spTgt spid="8">
                                            <p:txEl>
                                              <p:pRg st="0" end="0"/>
                                            </p:txEl>
                                          </p:spTgt>
                                        </p:tgtEl>
                                        <p:attrNameLst>
                                          <p:attrName>ppt_x</p:attrName>
                                        </p:attrNameLst>
                                      </p:cBhvr>
                                      <p:tavLst>
                                        <p:tav tm="0">
                                          <p:val>
                                            <p:strVal val="0-#ppt_w/2"/>
                                          </p:val>
                                        </p:tav>
                                        <p:tav tm="100000">
                                          <p:val>
                                            <p:strVal val="#ppt_x"/>
                                          </p:val>
                                        </p:tav>
                                      </p:tavLst>
                                    </p:anim>
                                    <p:anim calcmode="lin" valueType="num">
                                      <p:cBhvr additive="base">
                                        <p:cTn id="56" dur="500" fill="hold"/>
                                        <p:tgtEl>
                                          <p:spTgt spid="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12" fill="hold" grpId="0" nodeType="clickEffect">
                                  <p:stCondLst>
                                    <p:cond delay="0"/>
                                  </p:stCondLst>
                                  <p:childTnLst>
                                    <p:set>
                                      <p:cBhvr>
                                        <p:cTn id="60" dur="1" fill="hold">
                                          <p:stCondLst>
                                            <p:cond delay="0"/>
                                          </p:stCondLst>
                                        </p:cTn>
                                        <p:tgtEl>
                                          <p:spTgt spid="15"/>
                                        </p:tgtEl>
                                        <p:attrNameLst>
                                          <p:attrName>style.visibility</p:attrName>
                                        </p:attrNameLst>
                                      </p:cBhvr>
                                      <p:to>
                                        <p:strVal val="visible"/>
                                      </p:to>
                                    </p:set>
                                    <p:anim calcmode="lin" valueType="num">
                                      <p:cBhvr additive="base">
                                        <p:cTn id="61" dur="500" fill="hold"/>
                                        <p:tgtEl>
                                          <p:spTgt spid="15"/>
                                        </p:tgtEl>
                                        <p:attrNameLst>
                                          <p:attrName>ppt_x</p:attrName>
                                        </p:attrNameLst>
                                      </p:cBhvr>
                                      <p:tavLst>
                                        <p:tav tm="0">
                                          <p:val>
                                            <p:strVal val="0-#ppt_w/2"/>
                                          </p:val>
                                        </p:tav>
                                        <p:tav tm="100000">
                                          <p:val>
                                            <p:strVal val="#ppt_x"/>
                                          </p:val>
                                        </p:tav>
                                      </p:tavLst>
                                    </p:anim>
                                    <p:anim calcmode="lin" valueType="num">
                                      <p:cBhvr additive="base">
                                        <p:cTn id="62"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42" presetClass="entr" presetSubtype="0" fill="hold" grpId="0" nodeType="clickEffect">
                                  <p:stCondLst>
                                    <p:cond delay="0"/>
                                  </p:stCondLst>
                                  <p:childTnLst>
                                    <p:set>
                                      <p:cBhvr>
                                        <p:cTn id="66" dur="1" fill="hold">
                                          <p:stCondLst>
                                            <p:cond delay="0"/>
                                          </p:stCondLst>
                                        </p:cTn>
                                        <p:tgtEl>
                                          <p:spTgt spid="5">
                                            <p:txEl>
                                              <p:pRg st="0" end="0"/>
                                            </p:txEl>
                                          </p:spTgt>
                                        </p:tgtEl>
                                        <p:attrNameLst>
                                          <p:attrName>style.visibility</p:attrName>
                                        </p:attrNameLst>
                                      </p:cBhvr>
                                      <p:to>
                                        <p:strVal val="visible"/>
                                      </p:to>
                                    </p:set>
                                    <p:animEffect transition="in" filter="fade">
                                      <p:cBhvr>
                                        <p:cTn id="67" dur="1000"/>
                                        <p:tgtEl>
                                          <p:spTgt spid="5">
                                            <p:txEl>
                                              <p:pRg st="0" end="0"/>
                                            </p:txEl>
                                          </p:spTgt>
                                        </p:tgtEl>
                                      </p:cBhvr>
                                    </p:animEffect>
                                    <p:anim calcmode="lin" valueType="num">
                                      <p:cBhvr>
                                        <p:cTn id="68"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69"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70" fill="hold">
                      <p:stCondLst>
                        <p:cond delay="indefinite"/>
                      </p:stCondLst>
                      <p:childTnLst>
                        <p:par>
                          <p:cTn id="71" fill="hold">
                            <p:stCondLst>
                              <p:cond delay="0"/>
                            </p:stCondLst>
                            <p:childTnLst>
                              <p:par>
                                <p:cTn id="72" presetID="42" presetClass="entr" presetSubtype="0" fill="hold" grpId="0" nodeType="clickEffect">
                                  <p:stCondLst>
                                    <p:cond delay="0"/>
                                  </p:stCondLst>
                                  <p:childTnLst>
                                    <p:set>
                                      <p:cBhvr>
                                        <p:cTn id="73" dur="1" fill="hold">
                                          <p:stCondLst>
                                            <p:cond delay="0"/>
                                          </p:stCondLst>
                                        </p:cTn>
                                        <p:tgtEl>
                                          <p:spTgt spid="3">
                                            <p:txEl>
                                              <p:pRg st="0" end="0"/>
                                            </p:txEl>
                                          </p:spTgt>
                                        </p:tgtEl>
                                        <p:attrNameLst>
                                          <p:attrName>style.visibility</p:attrName>
                                        </p:attrNameLst>
                                      </p:cBhvr>
                                      <p:to>
                                        <p:strVal val="visible"/>
                                      </p:to>
                                    </p:set>
                                    <p:animEffect transition="in" filter="fade">
                                      <p:cBhvr>
                                        <p:cTn id="74" dur="1000"/>
                                        <p:tgtEl>
                                          <p:spTgt spid="3">
                                            <p:txEl>
                                              <p:pRg st="0" end="0"/>
                                            </p:txEl>
                                          </p:spTgt>
                                        </p:tgtEl>
                                      </p:cBhvr>
                                    </p:animEffect>
                                    <p:anim calcmode="lin" valueType="num">
                                      <p:cBhvr>
                                        <p:cTn id="7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7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77" fill="hold">
                      <p:stCondLst>
                        <p:cond delay="indefinite"/>
                      </p:stCondLst>
                      <p:childTnLst>
                        <p:par>
                          <p:cTn id="78" fill="hold">
                            <p:stCondLst>
                              <p:cond delay="0"/>
                            </p:stCondLst>
                            <p:childTnLst>
                              <p:par>
                                <p:cTn id="79" presetID="31" presetClass="entr" presetSubtype="0" fill="hold" grpId="0" nodeType="clickEffect">
                                  <p:stCondLst>
                                    <p:cond delay="0"/>
                                  </p:stCondLst>
                                  <p:childTnLst>
                                    <p:set>
                                      <p:cBhvr>
                                        <p:cTn id="80" dur="1" fill="hold">
                                          <p:stCondLst>
                                            <p:cond delay="0"/>
                                          </p:stCondLst>
                                        </p:cTn>
                                        <p:tgtEl>
                                          <p:spTgt spid="22"/>
                                        </p:tgtEl>
                                        <p:attrNameLst>
                                          <p:attrName>style.visibility</p:attrName>
                                        </p:attrNameLst>
                                      </p:cBhvr>
                                      <p:to>
                                        <p:strVal val="visible"/>
                                      </p:to>
                                    </p:set>
                                    <p:anim calcmode="lin" valueType="num">
                                      <p:cBhvr>
                                        <p:cTn id="81" dur="1000" fill="hold"/>
                                        <p:tgtEl>
                                          <p:spTgt spid="22"/>
                                        </p:tgtEl>
                                        <p:attrNameLst>
                                          <p:attrName>ppt_w</p:attrName>
                                        </p:attrNameLst>
                                      </p:cBhvr>
                                      <p:tavLst>
                                        <p:tav tm="0">
                                          <p:val>
                                            <p:fltVal val="0"/>
                                          </p:val>
                                        </p:tav>
                                        <p:tav tm="100000">
                                          <p:val>
                                            <p:strVal val="#ppt_w"/>
                                          </p:val>
                                        </p:tav>
                                      </p:tavLst>
                                    </p:anim>
                                    <p:anim calcmode="lin" valueType="num">
                                      <p:cBhvr>
                                        <p:cTn id="82" dur="1000" fill="hold"/>
                                        <p:tgtEl>
                                          <p:spTgt spid="22"/>
                                        </p:tgtEl>
                                        <p:attrNameLst>
                                          <p:attrName>ppt_h</p:attrName>
                                        </p:attrNameLst>
                                      </p:cBhvr>
                                      <p:tavLst>
                                        <p:tav tm="0">
                                          <p:val>
                                            <p:fltVal val="0"/>
                                          </p:val>
                                        </p:tav>
                                        <p:tav tm="100000">
                                          <p:val>
                                            <p:strVal val="#ppt_h"/>
                                          </p:val>
                                        </p:tav>
                                      </p:tavLst>
                                    </p:anim>
                                    <p:anim calcmode="lin" valueType="num">
                                      <p:cBhvr>
                                        <p:cTn id="83" dur="1000" fill="hold"/>
                                        <p:tgtEl>
                                          <p:spTgt spid="22"/>
                                        </p:tgtEl>
                                        <p:attrNameLst>
                                          <p:attrName>style.rotation</p:attrName>
                                        </p:attrNameLst>
                                      </p:cBhvr>
                                      <p:tavLst>
                                        <p:tav tm="0">
                                          <p:val>
                                            <p:fltVal val="90"/>
                                          </p:val>
                                        </p:tav>
                                        <p:tav tm="100000">
                                          <p:val>
                                            <p:fltVal val="0"/>
                                          </p:val>
                                        </p:tav>
                                      </p:tavLst>
                                    </p:anim>
                                    <p:animEffect transition="in" filter="fade">
                                      <p:cBhvr>
                                        <p:cTn id="84" dur="1000"/>
                                        <p:tgtEl>
                                          <p:spTgt spid="22"/>
                                        </p:tgtEl>
                                      </p:cBhvr>
                                    </p:animEffect>
                                  </p:childTnLst>
                                </p:cTn>
                              </p:par>
                            </p:childTnLst>
                          </p:cTn>
                        </p:par>
                      </p:childTnLst>
                    </p:cTn>
                  </p:par>
                  <p:par>
                    <p:cTn id="85" fill="hold">
                      <p:stCondLst>
                        <p:cond delay="indefinite"/>
                      </p:stCondLst>
                      <p:childTnLst>
                        <p:par>
                          <p:cTn id="86" fill="hold">
                            <p:stCondLst>
                              <p:cond delay="0"/>
                            </p:stCondLst>
                            <p:childTnLst>
                              <p:par>
                                <p:cTn id="87" presetID="31" presetClass="entr" presetSubtype="0" fill="hold" nodeType="clickEffect">
                                  <p:stCondLst>
                                    <p:cond delay="0"/>
                                  </p:stCondLst>
                                  <p:childTnLst>
                                    <p:set>
                                      <p:cBhvr>
                                        <p:cTn id="88" dur="1" fill="hold">
                                          <p:stCondLst>
                                            <p:cond delay="0"/>
                                          </p:stCondLst>
                                        </p:cTn>
                                        <p:tgtEl>
                                          <p:spTgt spid="19"/>
                                        </p:tgtEl>
                                        <p:attrNameLst>
                                          <p:attrName>style.visibility</p:attrName>
                                        </p:attrNameLst>
                                      </p:cBhvr>
                                      <p:to>
                                        <p:strVal val="visible"/>
                                      </p:to>
                                    </p:set>
                                    <p:anim calcmode="lin" valueType="num">
                                      <p:cBhvr>
                                        <p:cTn id="89" dur="1000" fill="hold"/>
                                        <p:tgtEl>
                                          <p:spTgt spid="19"/>
                                        </p:tgtEl>
                                        <p:attrNameLst>
                                          <p:attrName>ppt_w</p:attrName>
                                        </p:attrNameLst>
                                      </p:cBhvr>
                                      <p:tavLst>
                                        <p:tav tm="0">
                                          <p:val>
                                            <p:fltVal val="0"/>
                                          </p:val>
                                        </p:tav>
                                        <p:tav tm="100000">
                                          <p:val>
                                            <p:strVal val="#ppt_w"/>
                                          </p:val>
                                        </p:tav>
                                      </p:tavLst>
                                    </p:anim>
                                    <p:anim calcmode="lin" valueType="num">
                                      <p:cBhvr>
                                        <p:cTn id="90" dur="1000" fill="hold"/>
                                        <p:tgtEl>
                                          <p:spTgt spid="19"/>
                                        </p:tgtEl>
                                        <p:attrNameLst>
                                          <p:attrName>ppt_h</p:attrName>
                                        </p:attrNameLst>
                                      </p:cBhvr>
                                      <p:tavLst>
                                        <p:tav tm="0">
                                          <p:val>
                                            <p:fltVal val="0"/>
                                          </p:val>
                                        </p:tav>
                                        <p:tav tm="100000">
                                          <p:val>
                                            <p:strVal val="#ppt_h"/>
                                          </p:val>
                                        </p:tav>
                                      </p:tavLst>
                                    </p:anim>
                                    <p:anim calcmode="lin" valueType="num">
                                      <p:cBhvr>
                                        <p:cTn id="91" dur="1000" fill="hold"/>
                                        <p:tgtEl>
                                          <p:spTgt spid="19"/>
                                        </p:tgtEl>
                                        <p:attrNameLst>
                                          <p:attrName>style.rotation</p:attrName>
                                        </p:attrNameLst>
                                      </p:cBhvr>
                                      <p:tavLst>
                                        <p:tav tm="0">
                                          <p:val>
                                            <p:fltVal val="90"/>
                                          </p:val>
                                        </p:tav>
                                        <p:tav tm="100000">
                                          <p:val>
                                            <p:fltVal val="0"/>
                                          </p:val>
                                        </p:tav>
                                      </p:tavLst>
                                    </p:anim>
                                    <p:animEffect transition="in" filter="fade">
                                      <p:cBhvr>
                                        <p:cTn id="92" dur="1000"/>
                                        <p:tgtEl>
                                          <p:spTgt spid="19"/>
                                        </p:tgtEl>
                                      </p:cBhvr>
                                    </p:animEffect>
                                  </p:childTnLst>
                                </p:cTn>
                              </p:par>
                            </p:childTnLst>
                          </p:cTn>
                        </p:par>
                      </p:childTnLst>
                    </p:cTn>
                  </p:par>
                  <p:par>
                    <p:cTn id="93" fill="hold">
                      <p:stCondLst>
                        <p:cond delay="indefinite"/>
                      </p:stCondLst>
                      <p:childTnLst>
                        <p:par>
                          <p:cTn id="94" fill="hold">
                            <p:stCondLst>
                              <p:cond delay="0"/>
                            </p:stCondLst>
                            <p:childTnLst>
                              <p:par>
                                <p:cTn id="95" presetID="31" presetClass="entr" presetSubtype="0" fill="hold" grpId="0" nodeType="clickEffect">
                                  <p:stCondLst>
                                    <p:cond delay="0"/>
                                  </p:stCondLst>
                                  <p:childTnLst>
                                    <p:set>
                                      <p:cBhvr>
                                        <p:cTn id="96" dur="1" fill="hold">
                                          <p:stCondLst>
                                            <p:cond delay="0"/>
                                          </p:stCondLst>
                                        </p:cTn>
                                        <p:tgtEl>
                                          <p:spTgt spid="23"/>
                                        </p:tgtEl>
                                        <p:attrNameLst>
                                          <p:attrName>style.visibility</p:attrName>
                                        </p:attrNameLst>
                                      </p:cBhvr>
                                      <p:to>
                                        <p:strVal val="visible"/>
                                      </p:to>
                                    </p:set>
                                    <p:anim calcmode="lin" valueType="num">
                                      <p:cBhvr>
                                        <p:cTn id="97" dur="1000" fill="hold"/>
                                        <p:tgtEl>
                                          <p:spTgt spid="23"/>
                                        </p:tgtEl>
                                        <p:attrNameLst>
                                          <p:attrName>ppt_w</p:attrName>
                                        </p:attrNameLst>
                                      </p:cBhvr>
                                      <p:tavLst>
                                        <p:tav tm="0">
                                          <p:val>
                                            <p:fltVal val="0"/>
                                          </p:val>
                                        </p:tav>
                                        <p:tav tm="100000">
                                          <p:val>
                                            <p:strVal val="#ppt_w"/>
                                          </p:val>
                                        </p:tav>
                                      </p:tavLst>
                                    </p:anim>
                                    <p:anim calcmode="lin" valueType="num">
                                      <p:cBhvr>
                                        <p:cTn id="98" dur="1000" fill="hold"/>
                                        <p:tgtEl>
                                          <p:spTgt spid="23"/>
                                        </p:tgtEl>
                                        <p:attrNameLst>
                                          <p:attrName>ppt_h</p:attrName>
                                        </p:attrNameLst>
                                      </p:cBhvr>
                                      <p:tavLst>
                                        <p:tav tm="0">
                                          <p:val>
                                            <p:fltVal val="0"/>
                                          </p:val>
                                        </p:tav>
                                        <p:tav tm="100000">
                                          <p:val>
                                            <p:strVal val="#ppt_h"/>
                                          </p:val>
                                        </p:tav>
                                      </p:tavLst>
                                    </p:anim>
                                    <p:anim calcmode="lin" valueType="num">
                                      <p:cBhvr>
                                        <p:cTn id="99" dur="1000" fill="hold"/>
                                        <p:tgtEl>
                                          <p:spTgt spid="23"/>
                                        </p:tgtEl>
                                        <p:attrNameLst>
                                          <p:attrName>style.rotation</p:attrName>
                                        </p:attrNameLst>
                                      </p:cBhvr>
                                      <p:tavLst>
                                        <p:tav tm="0">
                                          <p:val>
                                            <p:fltVal val="90"/>
                                          </p:val>
                                        </p:tav>
                                        <p:tav tm="100000">
                                          <p:val>
                                            <p:fltVal val="0"/>
                                          </p:val>
                                        </p:tav>
                                      </p:tavLst>
                                    </p:anim>
                                    <p:animEffect transition="in" filter="fade">
                                      <p:cBhvr>
                                        <p:cTn id="100" dur="1000"/>
                                        <p:tgtEl>
                                          <p:spTgt spid="23"/>
                                        </p:tgtEl>
                                      </p:cBhvr>
                                    </p:animEffect>
                                  </p:childTnLst>
                                </p:cTn>
                              </p:par>
                            </p:childTnLst>
                          </p:cTn>
                        </p:par>
                      </p:childTnLst>
                    </p:cTn>
                  </p:par>
                  <p:par>
                    <p:cTn id="101" fill="hold">
                      <p:stCondLst>
                        <p:cond delay="indefinite"/>
                      </p:stCondLst>
                      <p:childTnLst>
                        <p:par>
                          <p:cTn id="102" fill="hold">
                            <p:stCondLst>
                              <p:cond delay="0"/>
                            </p:stCondLst>
                            <p:childTnLst>
                              <p:par>
                                <p:cTn id="103" presetID="31" presetClass="entr" presetSubtype="0" fill="hold" nodeType="clickEffect">
                                  <p:stCondLst>
                                    <p:cond delay="0"/>
                                  </p:stCondLst>
                                  <p:childTnLst>
                                    <p:set>
                                      <p:cBhvr>
                                        <p:cTn id="104" dur="1" fill="hold">
                                          <p:stCondLst>
                                            <p:cond delay="0"/>
                                          </p:stCondLst>
                                        </p:cTn>
                                        <p:tgtEl>
                                          <p:spTgt spid="21"/>
                                        </p:tgtEl>
                                        <p:attrNameLst>
                                          <p:attrName>style.visibility</p:attrName>
                                        </p:attrNameLst>
                                      </p:cBhvr>
                                      <p:to>
                                        <p:strVal val="visible"/>
                                      </p:to>
                                    </p:set>
                                    <p:anim calcmode="lin" valueType="num">
                                      <p:cBhvr>
                                        <p:cTn id="105" dur="1000" fill="hold"/>
                                        <p:tgtEl>
                                          <p:spTgt spid="21"/>
                                        </p:tgtEl>
                                        <p:attrNameLst>
                                          <p:attrName>ppt_w</p:attrName>
                                        </p:attrNameLst>
                                      </p:cBhvr>
                                      <p:tavLst>
                                        <p:tav tm="0">
                                          <p:val>
                                            <p:fltVal val="0"/>
                                          </p:val>
                                        </p:tav>
                                        <p:tav tm="100000">
                                          <p:val>
                                            <p:strVal val="#ppt_w"/>
                                          </p:val>
                                        </p:tav>
                                      </p:tavLst>
                                    </p:anim>
                                    <p:anim calcmode="lin" valueType="num">
                                      <p:cBhvr>
                                        <p:cTn id="106" dur="1000" fill="hold"/>
                                        <p:tgtEl>
                                          <p:spTgt spid="21"/>
                                        </p:tgtEl>
                                        <p:attrNameLst>
                                          <p:attrName>ppt_h</p:attrName>
                                        </p:attrNameLst>
                                      </p:cBhvr>
                                      <p:tavLst>
                                        <p:tav tm="0">
                                          <p:val>
                                            <p:fltVal val="0"/>
                                          </p:val>
                                        </p:tav>
                                        <p:tav tm="100000">
                                          <p:val>
                                            <p:strVal val="#ppt_h"/>
                                          </p:val>
                                        </p:tav>
                                      </p:tavLst>
                                    </p:anim>
                                    <p:anim calcmode="lin" valueType="num">
                                      <p:cBhvr>
                                        <p:cTn id="107" dur="1000" fill="hold"/>
                                        <p:tgtEl>
                                          <p:spTgt spid="21"/>
                                        </p:tgtEl>
                                        <p:attrNameLst>
                                          <p:attrName>style.rotation</p:attrName>
                                        </p:attrNameLst>
                                      </p:cBhvr>
                                      <p:tavLst>
                                        <p:tav tm="0">
                                          <p:val>
                                            <p:fltVal val="90"/>
                                          </p:val>
                                        </p:tav>
                                        <p:tav tm="100000">
                                          <p:val>
                                            <p:fltVal val="0"/>
                                          </p:val>
                                        </p:tav>
                                      </p:tavLst>
                                    </p:anim>
                                    <p:animEffect transition="in" filter="fade">
                                      <p:cBhvr>
                                        <p:cTn id="108" dur="1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build="p"/>
      <p:bldP spid="8" grpId="0" build="allAtOnce" animBg="1"/>
      <p:bldP spid="9" grpId="0" animBg="1"/>
      <p:bldP spid="10" grpId="0" animBg="1"/>
      <p:bldP spid="11" grpId="0" animBg="1"/>
      <p:bldP spid="12" grpId="0" build="allAtOnce" animBg="1"/>
      <p:bldP spid="15" grpId="0" animBg="1"/>
      <p:bldP spid="16" grpId="0" animBg="1"/>
      <p:bldP spid="17" grpId="0" animBg="1"/>
      <p:bldP spid="22" grpId="0"/>
      <p:bldP spid="23" grpId="0"/>
    </p:bldLst>
  </p:timing>
</p:sld>
</file>

<file path=ppt/slides/slide6.xml><?xml version="1.0" encoding="utf-8"?>
<p:sld xmlns:a="http://schemas.openxmlformats.org/drawingml/2006/main" xmlns:r="http://schemas.openxmlformats.org/officeDocument/2006/relationships" xmlns:p="http://schemas.openxmlformats.org/presentationml/2006/main" showMasterSp="0">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2" name="מציין מיקום של כותרת תחתונה 1">
            <a:extLst>
              <a:ext uri="{FF2B5EF4-FFF2-40B4-BE49-F238E27FC236}">
                <a16:creationId xmlns:a16="http://schemas.microsoft.com/office/drawing/2014/main" id="{755553EF-3149-4D9C-890F-C976CE80266F}"/>
              </a:ext>
            </a:extLst>
          </p:cNvPr>
          <p:cNvSpPr>
            <a:spLocks noGrp="1"/>
          </p:cNvSpPr>
          <p:nvPr>
            <p:ph type="ftr" sz="quarter" idx="11"/>
          </p:nvPr>
        </p:nvSpPr>
        <p:spPr/>
        <p:txBody>
          <a:bodyPr/>
          <a:lstStyle/>
          <a:p>
            <a:r>
              <a:rPr lang="he-IL"/>
              <a:t>לקט מצוות מספר החינוך</a:t>
            </a:r>
          </a:p>
        </p:txBody>
      </p:sp>
      <p:sp>
        <p:nvSpPr>
          <p:cNvPr id="3" name="תיבת טקסט 2">
            <a:extLst>
              <a:ext uri="{FF2B5EF4-FFF2-40B4-BE49-F238E27FC236}">
                <a16:creationId xmlns:a16="http://schemas.microsoft.com/office/drawing/2014/main" id="{E8510F82-0936-420D-BB7B-8A283311581C}"/>
              </a:ext>
            </a:extLst>
          </p:cNvPr>
          <p:cNvSpPr txBox="1"/>
          <p:nvPr/>
        </p:nvSpPr>
        <p:spPr>
          <a:xfrm>
            <a:off x="2083837" y="783772"/>
            <a:ext cx="8024326" cy="5447645"/>
          </a:xfrm>
          <a:prstGeom prst="rect">
            <a:avLst/>
          </a:prstGeom>
          <a:noFill/>
        </p:spPr>
        <p:txBody>
          <a:bodyPr wrap="square" rtlCol="1">
            <a:spAutoFit/>
          </a:bodyPr>
          <a:lstStyle/>
          <a:p>
            <a:pPr algn="ctr"/>
            <a:r>
              <a:rPr lang="he-IL" sz="6600" dirty="0">
                <a:latin typeface="Guttman Stam" pitchFamily="2" charset="-79"/>
                <a:cs typeface="Guttman Stam" pitchFamily="2" charset="-79"/>
              </a:rPr>
              <a:t>"לא תעשוק את רעך</a:t>
            </a:r>
          </a:p>
          <a:p>
            <a:pPr algn="ctr"/>
            <a:r>
              <a:rPr lang="he-IL" sz="6600" dirty="0">
                <a:latin typeface="Guttman Stam" pitchFamily="2" charset="-79"/>
                <a:cs typeface="Guttman Stam" pitchFamily="2" charset="-79"/>
              </a:rPr>
              <a:t>ו</a:t>
            </a:r>
            <a:r>
              <a:rPr lang="he-IL" sz="6600" b="1" dirty="0">
                <a:latin typeface="Guttman Stam" panose="02010401010101010101" pitchFamily="2" charset="-79"/>
                <a:cs typeface="Guttman Stam" panose="02010401010101010101" pitchFamily="2" charset="-79"/>
              </a:rPr>
              <a:t>לא תגזול,</a:t>
            </a:r>
            <a:endParaRPr lang="en-US" sz="6600" b="1" dirty="0">
              <a:latin typeface="Guttman Stam" panose="02010401010101010101" pitchFamily="2" charset="-79"/>
              <a:cs typeface="Guttman Stam" panose="02010401010101010101" pitchFamily="2" charset="-79"/>
            </a:endParaRPr>
          </a:p>
          <a:p>
            <a:pPr algn="ctr"/>
            <a:r>
              <a:rPr lang="he-IL" sz="6600" dirty="0">
                <a:latin typeface="Guttman Stam" panose="02010401010101010101" pitchFamily="2" charset="-79"/>
                <a:cs typeface="Guttman Stam" panose="02010401010101010101" pitchFamily="2" charset="-79"/>
              </a:rPr>
              <a:t>לא תלין פעולת שכיר איתך עד בוקר"</a:t>
            </a:r>
          </a:p>
          <a:p>
            <a:pPr algn="ctr"/>
            <a:endParaRPr lang="he-IL" sz="6600" dirty="0">
              <a:latin typeface="Guttman Stam" panose="02010401010101010101" pitchFamily="2" charset="-79"/>
              <a:cs typeface="Guttman Stam" panose="02010401010101010101" pitchFamily="2" charset="-79"/>
            </a:endParaRPr>
          </a:p>
          <a:p>
            <a:pPr algn="ctr"/>
            <a:endParaRPr lang="he-IL" dirty="0"/>
          </a:p>
        </p:txBody>
      </p:sp>
      <p:sp>
        <p:nvSpPr>
          <p:cNvPr id="4" name="תיבת טקסט 3">
            <a:extLst>
              <a:ext uri="{FF2B5EF4-FFF2-40B4-BE49-F238E27FC236}">
                <a16:creationId xmlns:a16="http://schemas.microsoft.com/office/drawing/2014/main" id="{C2531ECE-FA6D-4B24-A0B0-FA5B63B8F12F}"/>
              </a:ext>
            </a:extLst>
          </p:cNvPr>
          <p:cNvSpPr txBox="1"/>
          <p:nvPr/>
        </p:nvSpPr>
        <p:spPr>
          <a:xfrm>
            <a:off x="5410899" y="5322669"/>
            <a:ext cx="7432646" cy="646331"/>
          </a:xfrm>
          <a:prstGeom prst="rect">
            <a:avLst/>
          </a:prstGeom>
          <a:noFill/>
        </p:spPr>
        <p:txBody>
          <a:bodyPr wrap="square" rtlCol="1">
            <a:spAutoFit/>
          </a:bodyPr>
          <a:lstStyle/>
          <a:p>
            <a:r>
              <a:rPr lang="he-IL" dirty="0">
                <a:latin typeface="Guttman Stam" panose="02010401010101010101" pitchFamily="2" charset="-79"/>
                <a:cs typeface="Guttman Stam" panose="02010401010101010101" pitchFamily="2" charset="-79"/>
              </a:rPr>
              <a:t>(ויקרא </a:t>
            </a:r>
            <a:r>
              <a:rPr lang="he-IL" dirty="0" err="1">
                <a:latin typeface="Guttman Stam" pitchFamily="2" charset="-79"/>
                <a:cs typeface="Guttman Stam" pitchFamily="2" charset="-79"/>
              </a:rPr>
              <a:t>יט</a:t>
            </a:r>
            <a:r>
              <a:rPr lang="he-IL" dirty="0">
                <a:latin typeface="Guttman Stam" pitchFamily="2" charset="-79"/>
                <a:cs typeface="Guttman Stam" pitchFamily="2" charset="-79"/>
              </a:rPr>
              <a:t>, </a:t>
            </a:r>
            <a:r>
              <a:rPr lang="he-IL" dirty="0" err="1">
                <a:latin typeface="Guttman Stam" pitchFamily="2" charset="-79"/>
                <a:cs typeface="Guttman Stam" pitchFamily="2" charset="-79"/>
              </a:rPr>
              <a:t>יג</a:t>
            </a:r>
            <a:r>
              <a:rPr lang="he-IL" dirty="0">
                <a:latin typeface="Guttman Stam" pitchFamily="2" charset="-79"/>
                <a:cs typeface="Guttman Stam" pitchFamily="2" charset="-79"/>
              </a:rPr>
              <a:t>)</a:t>
            </a:r>
          </a:p>
          <a:p>
            <a:endParaRPr lang="he-IL" dirty="0"/>
          </a:p>
        </p:txBody>
      </p:sp>
    </p:spTree>
    <p:extLst>
      <p:ext uri="{BB962C8B-B14F-4D97-AF65-F5344CB8AC3E}">
        <p14:creationId xmlns:p14="http://schemas.microsoft.com/office/powerpoint/2010/main" val="116288254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invX="1"/>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תיבת טקסט 14">
            <a:extLst>
              <a:ext uri="{FF2B5EF4-FFF2-40B4-BE49-F238E27FC236}">
                <a16:creationId xmlns:a16="http://schemas.microsoft.com/office/drawing/2014/main" id="{DA4DFB9F-0449-431F-8AE9-4754F39DE485}"/>
              </a:ext>
            </a:extLst>
          </p:cNvPr>
          <p:cNvSpPr txBox="1"/>
          <p:nvPr/>
        </p:nvSpPr>
        <p:spPr>
          <a:xfrm>
            <a:off x="2646754" y="4983748"/>
            <a:ext cx="6400800" cy="338554"/>
          </a:xfrm>
          <a:prstGeom prst="rect">
            <a:avLst/>
          </a:prstGeom>
          <a:noFill/>
        </p:spPr>
        <p:txBody>
          <a:bodyPr wrap="square" rtlCol="1">
            <a:spAutoFit/>
          </a:bodyPr>
          <a:lstStyle/>
          <a:p>
            <a:pPr algn="r"/>
            <a:r>
              <a:rPr lang="he-IL" sz="1600" dirty="0">
                <a:latin typeface="Guttman Stam" panose="02010401010101010101" pitchFamily="2" charset="-79"/>
                <a:cs typeface="Guttman Stam" panose="02010401010101010101" pitchFamily="2" charset="-79"/>
              </a:rPr>
              <a:t>"</a:t>
            </a:r>
            <a:r>
              <a:rPr lang="he-IL" sz="1600" b="1" dirty="0">
                <a:latin typeface="Guttman Stam" panose="02010401010101010101" pitchFamily="2" charset="-79"/>
                <a:cs typeface="Guttman Stam" panose="02010401010101010101" pitchFamily="2" charset="-79"/>
              </a:rPr>
              <a:t>לא תעשוק </a:t>
            </a:r>
            <a:r>
              <a:rPr lang="he-IL" sz="1600" dirty="0">
                <a:latin typeface="Guttman Stam" panose="02010401010101010101" pitchFamily="2" charset="-79"/>
                <a:cs typeface="Guttman Stam" panose="02010401010101010101" pitchFamily="2" charset="-79"/>
              </a:rPr>
              <a:t>את רעך ו</a:t>
            </a:r>
            <a:r>
              <a:rPr lang="he-IL" sz="1600" b="1" dirty="0">
                <a:latin typeface="Guttman Stam" panose="02010401010101010101" pitchFamily="2" charset="-79"/>
                <a:cs typeface="Guttman Stam" panose="02010401010101010101" pitchFamily="2" charset="-79"/>
              </a:rPr>
              <a:t>לא תגזול, </a:t>
            </a:r>
            <a:r>
              <a:rPr lang="he-IL" sz="1600" dirty="0">
                <a:latin typeface="Guttman Stam" panose="02010401010101010101" pitchFamily="2" charset="-79"/>
                <a:cs typeface="Guttman Stam" panose="02010401010101010101" pitchFamily="2" charset="-79"/>
              </a:rPr>
              <a:t>לא תלין פעולת שכיר איתך עד בוקר"</a:t>
            </a:r>
          </a:p>
        </p:txBody>
      </p:sp>
      <p:sp>
        <p:nvSpPr>
          <p:cNvPr id="2" name="מציין מיקום של כותרת תחתונה 1">
            <a:extLst>
              <a:ext uri="{FF2B5EF4-FFF2-40B4-BE49-F238E27FC236}">
                <a16:creationId xmlns:a16="http://schemas.microsoft.com/office/drawing/2014/main" id="{0C064930-2C39-4D48-A409-CC9B2863FBBA}"/>
              </a:ext>
            </a:extLst>
          </p:cNvPr>
          <p:cNvSpPr>
            <a:spLocks noGrp="1"/>
          </p:cNvSpPr>
          <p:nvPr>
            <p:ph type="ftr" sz="quarter" idx="11"/>
          </p:nvPr>
        </p:nvSpPr>
        <p:spPr/>
        <p:txBody>
          <a:bodyPr/>
          <a:lstStyle/>
          <a:p>
            <a:r>
              <a:rPr lang="he-IL"/>
              <a:t>לקט מצוות מספר החינוך</a:t>
            </a:r>
          </a:p>
        </p:txBody>
      </p:sp>
      <p:sp>
        <p:nvSpPr>
          <p:cNvPr id="3" name="תיבת טקסט 2">
            <a:extLst>
              <a:ext uri="{FF2B5EF4-FFF2-40B4-BE49-F238E27FC236}">
                <a16:creationId xmlns:a16="http://schemas.microsoft.com/office/drawing/2014/main" id="{99FA16D2-486A-4C90-95C8-9FAB42B685E8}"/>
              </a:ext>
            </a:extLst>
          </p:cNvPr>
          <p:cNvSpPr txBox="1"/>
          <p:nvPr/>
        </p:nvSpPr>
        <p:spPr>
          <a:xfrm>
            <a:off x="2789278" y="874779"/>
            <a:ext cx="7236000" cy="584775"/>
          </a:xfrm>
          <a:prstGeom prst="rect">
            <a:avLst/>
          </a:prstGeom>
          <a:noFill/>
        </p:spPr>
        <p:txBody>
          <a:bodyPr wrap="square" rtlCol="1">
            <a:spAutoFit/>
          </a:bodyPr>
          <a:lstStyle/>
          <a:p>
            <a:pPr algn="ctr"/>
            <a:r>
              <a:rPr lang="he-IL" sz="3200" b="1" dirty="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rPr>
              <a:t>מסקנה:</a:t>
            </a:r>
            <a:endParaRPr lang="he-IL"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endParaRPr>
          </a:p>
        </p:txBody>
      </p:sp>
      <p:sp>
        <p:nvSpPr>
          <p:cNvPr id="6" name="תיבת טקסט 5">
            <a:extLst>
              <a:ext uri="{FF2B5EF4-FFF2-40B4-BE49-F238E27FC236}">
                <a16:creationId xmlns:a16="http://schemas.microsoft.com/office/drawing/2014/main" id="{4E33DA7E-D944-4002-8E03-9778BAC844D5}"/>
              </a:ext>
            </a:extLst>
          </p:cNvPr>
          <p:cNvSpPr txBox="1"/>
          <p:nvPr/>
        </p:nvSpPr>
        <p:spPr>
          <a:xfrm>
            <a:off x="5797109" y="1969823"/>
            <a:ext cx="536895" cy="369332"/>
          </a:xfrm>
          <a:prstGeom prst="rect">
            <a:avLst/>
          </a:prstGeom>
          <a:noFill/>
        </p:spPr>
        <p:txBody>
          <a:bodyPr wrap="square" rtlCol="1">
            <a:spAutoFit/>
          </a:bodyPr>
          <a:lstStyle/>
          <a:p>
            <a:r>
              <a:rPr lang="he-IL" dirty="0"/>
              <a:t>=</a:t>
            </a:r>
          </a:p>
        </p:txBody>
      </p:sp>
      <p:sp>
        <p:nvSpPr>
          <p:cNvPr id="13" name="תיבת טקסט 12">
            <a:extLst>
              <a:ext uri="{FF2B5EF4-FFF2-40B4-BE49-F238E27FC236}">
                <a16:creationId xmlns:a16="http://schemas.microsoft.com/office/drawing/2014/main" id="{5D9FAC8F-9CFA-43B0-98B2-D90AD986913E}"/>
              </a:ext>
            </a:extLst>
          </p:cNvPr>
          <p:cNvSpPr txBox="1"/>
          <p:nvPr/>
        </p:nvSpPr>
        <p:spPr>
          <a:xfrm>
            <a:off x="6936901" y="1996906"/>
            <a:ext cx="536895" cy="369332"/>
          </a:xfrm>
          <a:prstGeom prst="rect">
            <a:avLst/>
          </a:prstGeom>
          <a:noFill/>
        </p:spPr>
        <p:txBody>
          <a:bodyPr wrap="square" rtlCol="1">
            <a:spAutoFit/>
          </a:bodyPr>
          <a:lstStyle/>
          <a:p>
            <a:r>
              <a:rPr lang="he-IL" dirty="0"/>
              <a:t>=</a:t>
            </a:r>
          </a:p>
        </p:txBody>
      </p:sp>
      <p:sp>
        <p:nvSpPr>
          <p:cNvPr id="16" name="תיבת טקסט 15">
            <a:extLst>
              <a:ext uri="{FF2B5EF4-FFF2-40B4-BE49-F238E27FC236}">
                <a16:creationId xmlns:a16="http://schemas.microsoft.com/office/drawing/2014/main" id="{48BBC540-232B-4363-A8C9-215651B525B0}"/>
              </a:ext>
            </a:extLst>
          </p:cNvPr>
          <p:cNvSpPr txBox="1"/>
          <p:nvPr/>
        </p:nvSpPr>
        <p:spPr>
          <a:xfrm>
            <a:off x="2432808" y="2951522"/>
            <a:ext cx="6484689" cy="1200329"/>
          </a:xfrm>
          <a:prstGeom prst="rect">
            <a:avLst/>
          </a:prstGeom>
          <a:noFill/>
        </p:spPr>
        <p:txBody>
          <a:bodyPr wrap="square" rtlCol="1">
            <a:spAutoFit/>
          </a:bodyPr>
          <a:lstStyle/>
          <a:p>
            <a:pPr algn="r"/>
            <a:r>
              <a:rPr lang="he-IL" dirty="0"/>
              <a:t>רבא אמר: </a:t>
            </a:r>
          </a:p>
          <a:p>
            <a:pPr algn="r"/>
            <a:r>
              <a:rPr lang="he-IL" dirty="0"/>
              <a:t>"זהו עושק זהו גזל,</a:t>
            </a:r>
            <a:br>
              <a:rPr lang="en-US" dirty="0"/>
            </a:br>
            <a:r>
              <a:rPr lang="he-IL" dirty="0"/>
              <a:t>ולמה חילקן הכתוב?</a:t>
            </a:r>
            <a:br>
              <a:rPr lang="en-US" dirty="0"/>
            </a:br>
            <a:r>
              <a:rPr lang="he-IL" dirty="0"/>
              <a:t>לעבור עליו בשני </a:t>
            </a:r>
            <a:r>
              <a:rPr lang="he-IL" dirty="0" err="1"/>
              <a:t>לאוין</a:t>
            </a:r>
            <a:r>
              <a:rPr lang="he-IL" dirty="0"/>
              <a:t>" (בבא מציעא קיא, א)</a:t>
            </a:r>
          </a:p>
        </p:txBody>
      </p:sp>
      <p:sp>
        <p:nvSpPr>
          <p:cNvPr id="18" name="אליפסה 17">
            <a:extLst>
              <a:ext uri="{FF2B5EF4-FFF2-40B4-BE49-F238E27FC236}">
                <a16:creationId xmlns:a16="http://schemas.microsoft.com/office/drawing/2014/main" id="{EE7E1BFD-7F5A-4E75-A363-81C513B20703}"/>
              </a:ext>
            </a:extLst>
          </p:cNvPr>
          <p:cNvSpPr/>
          <p:nvPr/>
        </p:nvSpPr>
        <p:spPr>
          <a:xfrm>
            <a:off x="4929688" y="1704975"/>
            <a:ext cx="917466" cy="85729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dirty="0"/>
              <a:t>חמס</a:t>
            </a:r>
          </a:p>
        </p:txBody>
      </p:sp>
      <p:sp>
        <p:nvSpPr>
          <p:cNvPr id="19" name="אליפסה 18">
            <a:extLst>
              <a:ext uri="{FF2B5EF4-FFF2-40B4-BE49-F238E27FC236}">
                <a16:creationId xmlns:a16="http://schemas.microsoft.com/office/drawing/2014/main" id="{BCDE40CA-77B6-4683-9FFE-861599ED2713}"/>
              </a:ext>
            </a:extLst>
          </p:cNvPr>
          <p:cNvSpPr/>
          <p:nvPr/>
        </p:nvSpPr>
        <p:spPr>
          <a:xfrm>
            <a:off x="8341648" y="1704974"/>
            <a:ext cx="878708" cy="832680"/>
          </a:xfrm>
          <a:prstGeom prst="ellipse">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dirty="0"/>
              <a:t>עושק</a:t>
            </a:r>
          </a:p>
        </p:txBody>
      </p:sp>
      <p:sp>
        <p:nvSpPr>
          <p:cNvPr id="20" name="אליפסה 19">
            <a:extLst>
              <a:ext uri="{FF2B5EF4-FFF2-40B4-BE49-F238E27FC236}">
                <a16:creationId xmlns:a16="http://schemas.microsoft.com/office/drawing/2014/main" id="{6CA3C1B9-CEC9-43E9-8BED-0CBC65078B55}"/>
              </a:ext>
            </a:extLst>
          </p:cNvPr>
          <p:cNvSpPr/>
          <p:nvPr/>
        </p:nvSpPr>
        <p:spPr>
          <a:xfrm>
            <a:off x="7197342" y="1677764"/>
            <a:ext cx="837158" cy="857297"/>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dirty="0"/>
              <a:t>גזל</a:t>
            </a:r>
          </a:p>
        </p:txBody>
      </p:sp>
      <p:sp>
        <p:nvSpPr>
          <p:cNvPr id="21" name="אליפסה 20">
            <a:extLst>
              <a:ext uri="{FF2B5EF4-FFF2-40B4-BE49-F238E27FC236}">
                <a16:creationId xmlns:a16="http://schemas.microsoft.com/office/drawing/2014/main" id="{398644B5-3411-46D9-BAC5-E64F7A179254}"/>
              </a:ext>
            </a:extLst>
          </p:cNvPr>
          <p:cNvSpPr/>
          <p:nvPr/>
        </p:nvSpPr>
        <p:spPr>
          <a:xfrm>
            <a:off x="6083190" y="1682921"/>
            <a:ext cx="873386" cy="832679"/>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dirty="0"/>
              <a:t>גניבה</a:t>
            </a:r>
          </a:p>
        </p:txBody>
      </p:sp>
      <p:sp>
        <p:nvSpPr>
          <p:cNvPr id="22" name="תיבת טקסט 21">
            <a:extLst>
              <a:ext uri="{FF2B5EF4-FFF2-40B4-BE49-F238E27FC236}">
                <a16:creationId xmlns:a16="http://schemas.microsoft.com/office/drawing/2014/main" id="{936ABCBB-821B-4A40-930E-EE0DB5EFB76D}"/>
              </a:ext>
            </a:extLst>
          </p:cNvPr>
          <p:cNvSpPr txBox="1"/>
          <p:nvPr/>
        </p:nvSpPr>
        <p:spPr>
          <a:xfrm>
            <a:off x="7978498" y="1998093"/>
            <a:ext cx="270916" cy="369332"/>
          </a:xfrm>
          <a:prstGeom prst="rect">
            <a:avLst/>
          </a:prstGeom>
          <a:noFill/>
        </p:spPr>
        <p:txBody>
          <a:bodyPr wrap="square" rtlCol="1">
            <a:spAutoFit/>
          </a:bodyPr>
          <a:lstStyle/>
          <a:p>
            <a:r>
              <a:rPr lang="he-IL" dirty="0"/>
              <a:t>=</a:t>
            </a:r>
          </a:p>
        </p:txBody>
      </p:sp>
    </p:spTree>
    <p:extLst>
      <p:ext uri="{BB962C8B-B14F-4D97-AF65-F5344CB8AC3E}">
        <p14:creationId xmlns:p14="http://schemas.microsoft.com/office/powerpoint/2010/main" val="161180143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invX="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1000"/>
                                        <p:tgtEl>
                                          <p:spTgt spid="19"/>
                                        </p:tgtEl>
                                      </p:cBhvr>
                                    </p:animEffect>
                                    <p:anim calcmode="lin" valueType="num">
                                      <p:cBhvr>
                                        <p:cTn id="8" dur="1000" fill="hold"/>
                                        <p:tgtEl>
                                          <p:spTgt spid="19"/>
                                        </p:tgtEl>
                                        <p:attrNameLst>
                                          <p:attrName>ppt_x</p:attrName>
                                        </p:attrNameLst>
                                      </p:cBhvr>
                                      <p:tavLst>
                                        <p:tav tm="0">
                                          <p:val>
                                            <p:strVal val="#ppt_x"/>
                                          </p:val>
                                        </p:tav>
                                        <p:tav tm="100000">
                                          <p:val>
                                            <p:strVal val="#ppt_x"/>
                                          </p:val>
                                        </p:tav>
                                      </p:tavLst>
                                    </p:anim>
                                    <p:anim calcmode="lin" valueType="num">
                                      <p:cBhvr>
                                        <p:cTn id="9"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22"/>
                                        </p:tgtEl>
                                        <p:attrNameLst>
                                          <p:attrName>style.visibility</p:attrName>
                                        </p:attrNameLst>
                                      </p:cBhvr>
                                      <p:to>
                                        <p:strVal val="visible"/>
                                      </p:to>
                                    </p:set>
                                    <p:anim calcmode="lin" valueType="num">
                                      <p:cBhvr additive="base">
                                        <p:cTn id="14" dur="500" fill="hold"/>
                                        <p:tgtEl>
                                          <p:spTgt spid="22"/>
                                        </p:tgtEl>
                                        <p:attrNameLst>
                                          <p:attrName>ppt_x</p:attrName>
                                        </p:attrNameLst>
                                      </p:cBhvr>
                                      <p:tavLst>
                                        <p:tav tm="0">
                                          <p:val>
                                            <p:strVal val="#ppt_x"/>
                                          </p:val>
                                        </p:tav>
                                        <p:tav tm="100000">
                                          <p:val>
                                            <p:strVal val="#ppt_x"/>
                                          </p:val>
                                        </p:tav>
                                      </p:tavLst>
                                    </p:anim>
                                    <p:anim calcmode="lin" valueType="num">
                                      <p:cBhvr additive="base">
                                        <p:cTn id="15"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20"/>
                                        </p:tgtEl>
                                        <p:attrNameLst>
                                          <p:attrName>style.visibility</p:attrName>
                                        </p:attrNameLst>
                                      </p:cBhvr>
                                      <p:to>
                                        <p:strVal val="visible"/>
                                      </p:to>
                                    </p:set>
                                    <p:animEffect transition="in" filter="fade">
                                      <p:cBhvr>
                                        <p:cTn id="20" dur="1000"/>
                                        <p:tgtEl>
                                          <p:spTgt spid="20"/>
                                        </p:tgtEl>
                                      </p:cBhvr>
                                    </p:animEffect>
                                    <p:anim calcmode="lin" valueType="num">
                                      <p:cBhvr>
                                        <p:cTn id="21" dur="1000" fill="hold"/>
                                        <p:tgtEl>
                                          <p:spTgt spid="20"/>
                                        </p:tgtEl>
                                        <p:attrNameLst>
                                          <p:attrName>ppt_x</p:attrName>
                                        </p:attrNameLst>
                                      </p:cBhvr>
                                      <p:tavLst>
                                        <p:tav tm="0">
                                          <p:val>
                                            <p:strVal val="#ppt_x"/>
                                          </p:val>
                                        </p:tav>
                                        <p:tav tm="100000">
                                          <p:val>
                                            <p:strVal val="#ppt_x"/>
                                          </p:val>
                                        </p:tav>
                                      </p:tavLst>
                                    </p:anim>
                                    <p:anim calcmode="lin" valueType="num">
                                      <p:cBhvr>
                                        <p:cTn id="22"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 calcmode="lin" valueType="num">
                                      <p:cBhvr additive="base">
                                        <p:cTn id="27" dur="500" fill="hold"/>
                                        <p:tgtEl>
                                          <p:spTgt spid="13"/>
                                        </p:tgtEl>
                                        <p:attrNameLst>
                                          <p:attrName>ppt_x</p:attrName>
                                        </p:attrNameLst>
                                      </p:cBhvr>
                                      <p:tavLst>
                                        <p:tav tm="0">
                                          <p:val>
                                            <p:strVal val="#ppt_x"/>
                                          </p:val>
                                        </p:tav>
                                        <p:tav tm="100000">
                                          <p:val>
                                            <p:strVal val="#ppt_x"/>
                                          </p:val>
                                        </p:tav>
                                      </p:tavLst>
                                    </p:anim>
                                    <p:anim calcmode="lin" valueType="num">
                                      <p:cBhvr additive="base">
                                        <p:cTn id="2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fade">
                                      <p:cBhvr>
                                        <p:cTn id="33" dur="1000"/>
                                        <p:tgtEl>
                                          <p:spTgt spid="21"/>
                                        </p:tgtEl>
                                      </p:cBhvr>
                                    </p:animEffect>
                                    <p:anim calcmode="lin" valueType="num">
                                      <p:cBhvr>
                                        <p:cTn id="34" dur="1000" fill="hold"/>
                                        <p:tgtEl>
                                          <p:spTgt spid="21"/>
                                        </p:tgtEl>
                                        <p:attrNameLst>
                                          <p:attrName>ppt_x</p:attrName>
                                        </p:attrNameLst>
                                      </p:cBhvr>
                                      <p:tavLst>
                                        <p:tav tm="0">
                                          <p:val>
                                            <p:strVal val="#ppt_x"/>
                                          </p:val>
                                        </p:tav>
                                        <p:tav tm="100000">
                                          <p:val>
                                            <p:strVal val="#ppt_x"/>
                                          </p:val>
                                        </p:tav>
                                      </p:tavLst>
                                    </p:anim>
                                    <p:anim calcmode="lin" valueType="num">
                                      <p:cBhvr>
                                        <p:cTn id="35"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grpId="0" nodeType="clickEffect">
                                  <p:stCondLst>
                                    <p:cond delay="0"/>
                                  </p:stCondLst>
                                  <p:childTnLst>
                                    <p:set>
                                      <p:cBhvr>
                                        <p:cTn id="39" dur="1" fill="hold">
                                          <p:stCondLst>
                                            <p:cond delay="0"/>
                                          </p:stCondLst>
                                        </p:cTn>
                                        <p:tgtEl>
                                          <p:spTgt spid="6"/>
                                        </p:tgtEl>
                                        <p:attrNameLst>
                                          <p:attrName>style.visibility</p:attrName>
                                        </p:attrNameLst>
                                      </p:cBhvr>
                                      <p:to>
                                        <p:strVal val="visible"/>
                                      </p:to>
                                    </p:set>
                                    <p:anim calcmode="lin" valueType="num">
                                      <p:cBhvr additive="base">
                                        <p:cTn id="40" dur="500" fill="hold"/>
                                        <p:tgtEl>
                                          <p:spTgt spid="6"/>
                                        </p:tgtEl>
                                        <p:attrNameLst>
                                          <p:attrName>ppt_x</p:attrName>
                                        </p:attrNameLst>
                                      </p:cBhvr>
                                      <p:tavLst>
                                        <p:tav tm="0">
                                          <p:val>
                                            <p:strVal val="#ppt_x"/>
                                          </p:val>
                                        </p:tav>
                                        <p:tav tm="100000">
                                          <p:val>
                                            <p:strVal val="#ppt_x"/>
                                          </p:val>
                                        </p:tav>
                                      </p:tavLst>
                                    </p:anim>
                                    <p:anim calcmode="lin" valueType="num">
                                      <p:cBhvr additive="base">
                                        <p:cTn id="41"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42" presetClass="entr" presetSubtype="0" fill="hold" grpId="0" nodeType="clickEffect">
                                  <p:stCondLst>
                                    <p:cond delay="0"/>
                                  </p:stCondLst>
                                  <p:childTnLst>
                                    <p:set>
                                      <p:cBhvr>
                                        <p:cTn id="45" dur="1" fill="hold">
                                          <p:stCondLst>
                                            <p:cond delay="0"/>
                                          </p:stCondLst>
                                        </p:cTn>
                                        <p:tgtEl>
                                          <p:spTgt spid="18"/>
                                        </p:tgtEl>
                                        <p:attrNameLst>
                                          <p:attrName>style.visibility</p:attrName>
                                        </p:attrNameLst>
                                      </p:cBhvr>
                                      <p:to>
                                        <p:strVal val="visible"/>
                                      </p:to>
                                    </p:set>
                                    <p:animEffect transition="in" filter="fade">
                                      <p:cBhvr>
                                        <p:cTn id="46" dur="1000"/>
                                        <p:tgtEl>
                                          <p:spTgt spid="18"/>
                                        </p:tgtEl>
                                      </p:cBhvr>
                                    </p:animEffect>
                                    <p:anim calcmode="lin" valueType="num">
                                      <p:cBhvr>
                                        <p:cTn id="47" dur="1000" fill="hold"/>
                                        <p:tgtEl>
                                          <p:spTgt spid="18"/>
                                        </p:tgtEl>
                                        <p:attrNameLst>
                                          <p:attrName>ppt_x</p:attrName>
                                        </p:attrNameLst>
                                      </p:cBhvr>
                                      <p:tavLst>
                                        <p:tav tm="0">
                                          <p:val>
                                            <p:strVal val="#ppt_x"/>
                                          </p:val>
                                        </p:tav>
                                        <p:tav tm="100000">
                                          <p:val>
                                            <p:strVal val="#ppt_x"/>
                                          </p:val>
                                        </p:tav>
                                      </p:tavLst>
                                    </p:anim>
                                    <p:anim calcmode="lin" valueType="num">
                                      <p:cBhvr>
                                        <p:cTn id="48"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3" grpId="0"/>
      <p:bldP spid="18" grpId="0" animBg="1"/>
      <p:bldP spid="19" grpId="0" animBg="1"/>
      <p:bldP spid="20" grpId="0" animBg="1"/>
      <p:bldP spid="21" grpId="0" animBg="1"/>
      <p:bldP spid="22"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grpSp>
        <p:nvGrpSpPr>
          <p:cNvPr id="27" name="Group 9">
            <a:extLst>
              <a:ext uri="{FF2B5EF4-FFF2-40B4-BE49-F238E27FC236}">
                <a16:creationId xmlns:a16="http://schemas.microsoft.com/office/drawing/2014/main" id="{03E8C8A2-D2DA-42F8-84AA-AC5AB4251D2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6934" y="0"/>
            <a:ext cx="12231160" cy="6856214"/>
            <a:chOff x="-16934" y="0"/>
            <a:chExt cx="12231160" cy="6856214"/>
          </a:xfrm>
        </p:grpSpPr>
        <p:pic>
          <p:nvPicPr>
            <p:cNvPr id="11" name="Picture 10">
              <a:extLst>
                <a:ext uri="{FF2B5EF4-FFF2-40B4-BE49-F238E27FC236}">
                  <a16:creationId xmlns:a16="http://schemas.microsoft.com/office/drawing/2014/main" id="{9A5D1FE1-4883-49B4-AD3E-D0A3F8DCE12C}"/>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2" name="Rectangle 11">
              <a:extLst>
                <a:ext uri="{FF2B5EF4-FFF2-40B4-BE49-F238E27FC236}">
                  <a16:creationId xmlns:a16="http://schemas.microsoft.com/office/drawing/2014/main" id="{7F829EAE-7CB1-410F-BAF1-55BD6DC249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txBody>
            <a:bodyPr/>
            <a:lstStyle/>
            <a:p>
              <a:endParaRPr lang="he-IL"/>
            </a:p>
          </p:txBody>
        </p:sp>
        <p:pic>
          <p:nvPicPr>
            <p:cNvPr id="13" name="Picture 12">
              <a:extLst>
                <a:ext uri="{FF2B5EF4-FFF2-40B4-BE49-F238E27FC236}">
                  <a16:creationId xmlns:a16="http://schemas.microsoft.com/office/drawing/2014/main" id="{4EA5F8CE-974F-4443-AB3C-4799C332304B}"/>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14" name="Picture 13">
              <a:extLst>
                <a:ext uri="{FF2B5EF4-FFF2-40B4-BE49-F238E27FC236}">
                  <a16:creationId xmlns:a16="http://schemas.microsoft.com/office/drawing/2014/main" id="{94075D0C-1739-4729-A5C8-5C5707A942F5}"/>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cxnSp>
        <p:nvCxnSpPr>
          <p:cNvPr id="28" name="Straight Connector 15">
            <a:extLst>
              <a:ext uri="{FF2B5EF4-FFF2-40B4-BE49-F238E27FC236}">
                <a16:creationId xmlns:a16="http://schemas.microsoft.com/office/drawing/2014/main" id="{0DFD28A6-39F3-425F-8050-E5BF1B4523B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 useBgFill="1">
        <p:nvSpPr>
          <p:cNvPr id="29" name="Rectangle 17">
            <a:extLst>
              <a:ext uri="{FF2B5EF4-FFF2-40B4-BE49-F238E27FC236}">
                <a16:creationId xmlns:a16="http://schemas.microsoft.com/office/drawing/2014/main" id="{51D58666-E26B-4EAE-AA74-9C74E4BAF3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0" name="Group 19">
            <a:extLst>
              <a:ext uri="{FF2B5EF4-FFF2-40B4-BE49-F238E27FC236}">
                <a16:creationId xmlns:a16="http://schemas.microsoft.com/office/drawing/2014/main" id="{67288C4F-0F6C-4226-B8D2-C0EE4786C56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229962" cy="6856214"/>
            <a:chOff x="-15736" y="0"/>
            <a:chExt cx="12229962" cy="6856214"/>
          </a:xfrm>
        </p:grpSpPr>
        <p:pic>
          <p:nvPicPr>
            <p:cNvPr id="21" name="Picture 20">
              <a:extLst>
                <a:ext uri="{FF2B5EF4-FFF2-40B4-BE49-F238E27FC236}">
                  <a16:creationId xmlns:a16="http://schemas.microsoft.com/office/drawing/2014/main" id="{DA0DC220-B0FC-4268-9E45-0705DA269649}"/>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5">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1" name="Rectangle 21">
              <a:extLst>
                <a:ext uri="{FF2B5EF4-FFF2-40B4-BE49-F238E27FC236}">
                  <a16:creationId xmlns:a16="http://schemas.microsoft.com/office/drawing/2014/main" id="{5D2CA09E-2D13-478A-A98B-3A66ED6468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txBody>
            <a:bodyPr/>
            <a:lstStyle/>
            <a:p>
              <a:endParaRPr lang="he-IL"/>
            </a:p>
          </p:txBody>
        </p:sp>
        <p:pic>
          <p:nvPicPr>
            <p:cNvPr id="23" name="Picture 22">
              <a:extLst>
                <a:ext uri="{FF2B5EF4-FFF2-40B4-BE49-F238E27FC236}">
                  <a16:creationId xmlns:a16="http://schemas.microsoft.com/office/drawing/2014/main" id="{E14C9FAD-7A39-47B3-9F08-4C4F9DA206D0}"/>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32" name="Picture 23">
              <a:extLst>
                <a:ext uri="{FF2B5EF4-FFF2-40B4-BE49-F238E27FC236}">
                  <a16:creationId xmlns:a16="http://schemas.microsoft.com/office/drawing/2014/main" id="{FDCB6FF3-6165-4BB2-80C5-7A6D0D25D567}"/>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3" name="תיבת טקסט 2">
            <a:extLst>
              <a:ext uri="{FF2B5EF4-FFF2-40B4-BE49-F238E27FC236}">
                <a16:creationId xmlns:a16="http://schemas.microsoft.com/office/drawing/2014/main" id="{FBD81B1F-F193-41C6-90FE-B2B7C3047093}"/>
              </a:ext>
            </a:extLst>
          </p:cNvPr>
          <p:cNvSpPr txBox="1"/>
          <p:nvPr/>
        </p:nvSpPr>
        <p:spPr>
          <a:xfrm>
            <a:off x="1072267" y="1041401"/>
            <a:ext cx="6528018" cy="2345264"/>
          </a:xfrm>
          <a:prstGeom prst="rect">
            <a:avLst/>
          </a:prstGeom>
        </p:spPr>
        <p:txBody>
          <a:bodyPr vert="horz" lIns="91440" tIns="45720" rIns="91440" bIns="45720" rtlCol="0" anchor="b">
            <a:normAutofit/>
          </a:bodyPr>
          <a:lstStyle/>
          <a:p>
            <a:pPr algn="ctr">
              <a:spcBef>
                <a:spcPct val="0"/>
              </a:spcBef>
              <a:spcAft>
                <a:spcPts val="600"/>
              </a:spcAft>
            </a:pPr>
            <a:r>
              <a:rPr lang="en-US" sz="4800" dirty="0" err="1">
                <a:ln w="3175" cmpd="sng">
                  <a:noFill/>
                </a:ln>
                <a:solidFill>
                  <a:schemeClr val="tx1">
                    <a:lumMod val="85000"/>
                    <a:lumOff val="15000"/>
                  </a:schemeClr>
                </a:solidFill>
                <a:latin typeface="+mj-lt"/>
                <a:ea typeface="+mj-ea"/>
                <a:cs typeface="+mj-cs"/>
              </a:rPr>
              <a:t>משימת</a:t>
            </a:r>
            <a:r>
              <a:rPr lang="en-US" sz="4800" dirty="0">
                <a:ln w="3175" cmpd="sng">
                  <a:noFill/>
                </a:ln>
                <a:solidFill>
                  <a:schemeClr val="tx1">
                    <a:lumMod val="85000"/>
                    <a:lumOff val="15000"/>
                  </a:schemeClr>
                </a:solidFill>
                <a:latin typeface="+mj-lt"/>
                <a:ea typeface="+mj-ea"/>
                <a:cs typeface="+mj-cs"/>
              </a:rPr>
              <a:t> </a:t>
            </a:r>
            <a:r>
              <a:rPr lang="he-IL" sz="4800" dirty="0">
                <a:ln w="3175" cmpd="sng">
                  <a:noFill/>
                </a:ln>
                <a:solidFill>
                  <a:schemeClr val="tx1">
                    <a:lumMod val="85000"/>
                    <a:lumOff val="15000"/>
                  </a:schemeClr>
                </a:solidFill>
                <a:latin typeface="+mj-lt"/>
                <a:ea typeface="+mj-ea"/>
                <a:cs typeface="+mj-cs"/>
              </a:rPr>
              <a:t>חשיבה - להעמקה</a:t>
            </a:r>
            <a:endParaRPr lang="en-US" sz="4800" dirty="0">
              <a:ln w="3175" cmpd="sng">
                <a:noFill/>
              </a:ln>
              <a:solidFill>
                <a:schemeClr val="tx1">
                  <a:lumMod val="85000"/>
                  <a:lumOff val="15000"/>
                </a:schemeClr>
              </a:solidFill>
              <a:latin typeface="+mj-lt"/>
              <a:ea typeface="+mj-ea"/>
              <a:cs typeface="+mj-cs"/>
            </a:endParaRPr>
          </a:p>
        </p:txBody>
      </p:sp>
      <p:cxnSp>
        <p:nvCxnSpPr>
          <p:cNvPr id="26" name="Straight Connector 25">
            <a:extLst>
              <a:ext uri="{FF2B5EF4-FFF2-40B4-BE49-F238E27FC236}">
                <a16:creationId xmlns:a16="http://schemas.microsoft.com/office/drawing/2014/main" id="{EE0488CE-8E24-413E-B105-426B0506EB5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08045" y="3541181"/>
            <a:ext cx="6492240" cy="0"/>
          </a:xfrm>
          <a:prstGeom prst="line">
            <a:avLst/>
          </a:prstGeom>
        </p:spPr>
        <p:style>
          <a:lnRef idx="2">
            <a:schemeClr val="accent1"/>
          </a:lnRef>
          <a:fillRef idx="0">
            <a:schemeClr val="accent1"/>
          </a:fillRef>
          <a:effectRef idx="1">
            <a:schemeClr val="accent1"/>
          </a:effectRef>
          <a:fontRef idx="minor">
            <a:schemeClr val="tx1"/>
          </a:fontRef>
        </p:style>
      </p:cxnSp>
      <p:pic>
        <p:nvPicPr>
          <p:cNvPr id="5" name="תמונה 4" descr="תמונה שמכילה שולחן&#10;&#10;התיאור נוצר באופן אוטומטי">
            <a:extLst>
              <a:ext uri="{FF2B5EF4-FFF2-40B4-BE49-F238E27FC236}">
                <a16:creationId xmlns:a16="http://schemas.microsoft.com/office/drawing/2014/main" id="{0FD178B5-770A-45FE-B43C-AA15AD6F7BCA}"/>
              </a:ext>
            </a:extLst>
          </p:cNvPr>
          <p:cNvPicPr>
            <a:picLocks noChangeAspect="1"/>
          </p:cNvPicPr>
          <p:nvPr/>
        </p:nvPicPr>
        <p:blipFill rotWithShape="1">
          <a:blip r:embed="rId7">
            <a:extLst>
              <a:ext uri="{28A0092B-C50C-407E-A947-70E740481C1C}">
                <a14:useLocalDpi xmlns:a14="http://schemas.microsoft.com/office/drawing/2010/main" val="0"/>
              </a:ext>
              <a:ext uri="{837473B0-CC2E-450A-ABE3-18F120FF3D39}">
                <a1611:picAttrSrcUrl xmlns:a1611="http://schemas.microsoft.com/office/drawing/2016/11/main" r:id="rId8"/>
              </a:ext>
            </a:extLst>
          </a:blip>
          <a:srcRect l="15017" r="21079" b="1"/>
          <a:stretch/>
        </p:blipFill>
        <p:spPr>
          <a:xfrm>
            <a:off x="8077199" y="1041400"/>
            <a:ext cx="3059206" cy="4775200"/>
          </a:xfrm>
          <a:prstGeom prst="rect">
            <a:avLst/>
          </a:prstGeom>
          <a:ln w="57150" cmpd="thickThin">
            <a:solidFill>
              <a:schemeClr val="tx1">
                <a:lumMod val="50000"/>
                <a:lumOff val="50000"/>
              </a:schemeClr>
            </a:solidFill>
            <a:miter lim="800000"/>
          </a:ln>
        </p:spPr>
      </p:pic>
      <p:sp>
        <p:nvSpPr>
          <p:cNvPr id="2" name="מציין מיקום של כותרת תחתונה 1">
            <a:extLst>
              <a:ext uri="{FF2B5EF4-FFF2-40B4-BE49-F238E27FC236}">
                <a16:creationId xmlns:a16="http://schemas.microsoft.com/office/drawing/2014/main" id="{0A338E5B-83A6-46DF-9B5E-8340C1F9B3C6}"/>
              </a:ext>
            </a:extLst>
          </p:cNvPr>
          <p:cNvSpPr>
            <a:spLocks noGrp="1"/>
          </p:cNvSpPr>
          <p:nvPr>
            <p:ph type="ftr" sz="quarter" idx="11"/>
          </p:nvPr>
        </p:nvSpPr>
        <p:spPr>
          <a:xfrm>
            <a:off x="1298448" y="5971032"/>
            <a:ext cx="5943600" cy="279400"/>
          </a:xfrm>
        </p:spPr>
        <p:txBody>
          <a:bodyPr vert="horz" lIns="91440" tIns="45720" rIns="91440" bIns="45720" rtlCol="0" anchor="ctr">
            <a:normAutofit/>
          </a:bodyPr>
          <a:lstStyle/>
          <a:p>
            <a:pPr defTabSz="914400">
              <a:spcAft>
                <a:spcPts val="600"/>
              </a:spcAft>
            </a:pPr>
            <a:r>
              <a:rPr lang="en-US" b="0" i="0" kern="1200" dirty="0" err="1">
                <a:solidFill>
                  <a:schemeClr val="tx1"/>
                </a:solidFill>
                <a:effectLst/>
                <a:latin typeface="+mn-lt"/>
                <a:ea typeface="+mn-ea"/>
                <a:cs typeface="+mn-cs"/>
              </a:rPr>
              <a:t>לקט</a:t>
            </a:r>
            <a:r>
              <a:rPr lang="en-US" b="0" i="0" kern="1200" dirty="0">
                <a:solidFill>
                  <a:schemeClr val="tx1"/>
                </a:solidFill>
                <a:effectLst/>
                <a:latin typeface="+mn-lt"/>
                <a:ea typeface="+mn-ea"/>
                <a:cs typeface="+mn-cs"/>
              </a:rPr>
              <a:t> </a:t>
            </a:r>
            <a:r>
              <a:rPr lang="en-US" b="0" i="0" kern="1200" dirty="0" err="1">
                <a:solidFill>
                  <a:schemeClr val="tx1"/>
                </a:solidFill>
                <a:effectLst/>
                <a:latin typeface="+mn-lt"/>
                <a:ea typeface="+mn-ea"/>
                <a:cs typeface="+mn-cs"/>
              </a:rPr>
              <a:t>מצוות</a:t>
            </a:r>
            <a:r>
              <a:rPr lang="en-US" b="0" i="0" kern="1200" dirty="0">
                <a:solidFill>
                  <a:schemeClr val="tx1"/>
                </a:solidFill>
                <a:effectLst/>
                <a:latin typeface="+mn-lt"/>
                <a:ea typeface="+mn-ea"/>
                <a:cs typeface="+mn-cs"/>
              </a:rPr>
              <a:t> </a:t>
            </a:r>
            <a:r>
              <a:rPr lang="en-US" b="0" i="0" kern="1200" dirty="0" err="1">
                <a:solidFill>
                  <a:schemeClr val="tx1"/>
                </a:solidFill>
                <a:effectLst/>
                <a:latin typeface="+mn-lt"/>
                <a:ea typeface="+mn-ea"/>
                <a:cs typeface="+mn-cs"/>
              </a:rPr>
              <a:t>מספר</a:t>
            </a:r>
            <a:r>
              <a:rPr lang="en-US" b="0" i="0" kern="1200" dirty="0">
                <a:solidFill>
                  <a:schemeClr val="tx1"/>
                </a:solidFill>
                <a:effectLst/>
                <a:latin typeface="+mn-lt"/>
                <a:ea typeface="+mn-ea"/>
                <a:cs typeface="+mn-cs"/>
              </a:rPr>
              <a:t> </a:t>
            </a:r>
            <a:r>
              <a:rPr lang="en-US" b="0" i="0" kern="1200" dirty="0" err="1">
                <a:solidFill>
                  <a:schemeClr val="tx1"/>
                </a:solidFill>
                <a:effectLst/>
                <a:latin typeface="+mn-lt"/>
                <a:ea typeface="+mn-ea"/>
                <a:cs typeface="+mn-cs"/>
              </a:rPr>
              <a:t>החינוך</a:t>
            </a:r>
            <a:endParaRPr lang="en-US" b="0" i="0" kern="1200" dirty="0">
              <a:solidFill>
                <a:schemeClr val="tx1"/>
              </a:solidFill>
              <a:effectLst/>
              <a:latin typeface="+mn-lt"/>
              <a:ea typeface="+mn-ea"/>
              <a:cs typeface="+mn-cs"/>
            </a:endParaRPr>
          </a:p>
        </p:txBody>
      </p:sp>
      <p:sp>
        <p:nvSpPr>
          <p:cNvPr id="6" name="תיבת טקסט 5">
            <a:extLst>
              <a:ext uri="{FF2B5EF4-FFF2-40B4-BE49-F238E27FC236}">
                <a16:creationId xmlns:a16="http://schemas.microsoft.com/office/drawing/2014/main" id="{80CC8B5B-9559-4CEA-B064-4BD17DE40807}"/>
              </a:ext>
            </a:extLst>
          </p:cNvPr>
          <p:cNvSpPr txBox="1"/>
          <p:nvPr/>
        </p:nvSpPr>
        <p:spPr>
          <a:xfrm>
            <a:off x="1298448" y="3838575"/>
            <a:ext cx="6318608" cy="2108269"/>
          </a:xfrm>
          <a:prstGeom prst="rect">
            <a:avLst/>
          </a:prstGeom>
          <a:noFill/>
        </p:spPr>
        <p:txBody>
          <a:bodyPr wrap="square" rtlCol="1">
            <a:spAutoFit/>
          </a:bodyPr>
          <a:lstStyle/>
          <a:p>
            <a:pPr algn="ctr"/>
            <a:r>
              <a:rPr lang="he-IL" sz="4000" dirty="0"/>
              <a:t>מדוע רבא מתייחס בדבריו לגזל ולעושק, ולא מתייחס להמשך הפסוק העוסק בהלנת שכר?</a:t>
            </a:r>
            <a:br>
              <a:rPr lang="en-US" sz="4000" dirty="0"/>
            </a:br>
            <a:r>
              <a:rPr lang="he-IL" sz="1100" dirty="0"/>
              <a:t>העזרי בשקופית הבאה</a:t>
            </a:r>
            <a:endParaRPr lang="he-IL" sz="4000" dirty="0"/>
          </a:p>
        </p:txBody>
      </p:sp>
    </p:spTree>
    <p:extLst>
      <p:ext uri="{BB962C8B-B14F-4D97-AF65-F5344CB8AC3E}">
        <p14:creationId xmlns:p14="http://schemas.microsoft.com/office/powerpoint/2010/main" val="412104293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invX="1"/>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כותרת תחתונה 1">
            <a:extLst>
              <a:ext uri="{FF2B5EF4-FFF2-40B4-BE49-F238E27FC236}">
                <a16:creationId xmlns:a16="http://schemas.microsoft.com/office/drawing/2014/main" id="{19CE6AC1-B4F2-4908-A72D-6E1501109350}"/>
              </a:ext>
            </a:extLst>
          </p:cNvPr>
          <p:cNvSpPr>
            <a:spLocks noGrp="1"/>
          </p:cNvSpPr>
          <p:nvPr>
            <p:ph type="ftr" sz="quarter" idx="11"/>
          </p:nvPr>
        </p:nvSpPr>
        <p:spPr/>
        <p:txBody>
          <a:bodyPr/>
          <a:lstStyle/>
          <a:p>
            <a:r>
              <a:rPr lang="he-IL"/>
              <a:t>לקט מצוות מספר החינוך</a:t>
            </a:r>
          </a:p>
        </p:txBody>
      </p:sp>
      <p:sp>
        <p:nvSpPr>
          <p:cNvPr id="5" name="תיבת טקסט 4">
            <a:extLst>
              <a:ext uri="{FF2B5EF4-FFF2-40B4-BE49-F238E27FC236}">
                <a16:creationId xmlns:a16="http://schemas.microsoft.com/office/drawing/2014/main" id="{72B7543E-9C72-4994-9DA8-06E0AEF1F33D}"/>
              </a:ext>
            </a:extLst>
          </p:cNvPr>
          <p:cNvSpPr txBox="1"/>
          <p:nvPr/>
        </p:nvSpPr>
        <p:spPr>
          <a:xfrm>
            <a:off x="809625" y="2367171"/>
            <a:ext cx="10563225" cy="2862322"/>
          </a:xfrm>
          <a:prstGeom prst="rect">
            <a:avLst/>
          </a:prstGeom>
          <a:noFill/>
        </p:spPr>
        <p:txBody>
          <a:bodyPr wrap="square" rtlCol="1">
            <a:spAutoFit/>
          </a:bodyPr>
          <a:lstStyle/>
          <a:p>
            <a:pPr algn="r"/>
            <a:r>
              <a:rPr lang="he-IL" sz="3600" dirty="0">
                <a:latin typeface="Guttman Rashi" panose="02010401010101010101" pitchFamily="2" charset="-79"/>
                <a:cs typeface="+mj-cs"/>
              </a:rPr>
              <a:t>"איירי (מדבר) כשאינו משלם לו כלל שכרו, </a:t>
            </a:r>
          </a:p>
          <a:p>
            <a:pPr algn="r"/>
            <a:r>
              <a:rPr lang="he-IL" sz="3600" dirty="0">
                <a:latin typeface="Guttman Rashi" panose="02010401010101010101" pitchFamily="2" charset="-79"/>
                <a:cs typeface="+mj-cs"/>
              </a:rPr>
              <a:t>אבל במשהה אינו עובר אלא על:</a:t>
            </a:r>
          </a:p>
          <a:p>
            <a:pPr algn="r"/>
            <a:r>
              <a:rPr lang="he-IL" sz="3600" dirty="0">
                <a:latin typeface="Guttman Rashi" panose="02010401010101010101" pitchFamily="2" charset="-79"/>
                <a:cs typeface="+mj-cs"/>
              </a:rPr>
              <a:t> "לא תלין" בשכיר יום,</a:t>
            </a:r>
          </a:p>
          <a:p>
            <a:pPr algn="r"/>
            <a:r>
              <a:rPr lang="he-IL" sz="3600" dirty="0">
                <a:latin typeface="Guttman Rashi" panose="02010401010101010101" pitchFamily="2" charset="-79"/>
                <a:cs typeface="+mj-cs"/>
              </a:rPr>
              <a:t>ועל:</a:t>
            </a:r>
            <a:br>
              <a:rPr lang="en-US" sz="3600" dirty="0">
                <a:latin typeface="Guttman Rashi" panose="02010401010101010101" pitchFamily="2" charset="-79"/>
                <a:cs typeface="+mj-cs"/>
              </a:rPr>
            </a:br>
            <a:r>
              <a:rPr lang="he-IL" sz="3600" dirty="0">
                <a:latin typeface="Guttman Rashi" panose="02010401010101010101" pitchFamily="2" charset="-79"/>
                <a:cs typeface="+mj-cs"/>
              </a:rPr>
              <a:t> "לא תבוא עליו השמש" בשכיר לילה..."</a:t>
            </a:r>
            <a:r>
              <a:rPr lang="he-IL" sz="1100" dirty="0">
                <a:latin typeface="Guttman Rashi" panose="02010401010101010101" pitchFamily="2" charset="-79"/>
                <a:cs typeface="+mj-cs"/>
              </a:rPr>
              <a:t>(</a:t>
            </a:r>
            <a:r>
              <a:rPr lang="he-IL" sz="1100" dirty="0"/>
              <a:t>תורה תמימה ויקרא </a:t>
            </a:r>
            <a:r>
              <a:rPr lang="he-IL" sz="1100" dirty="0" err="1"/>
              <a:t>יט</a:t>
            </a:r>
            <a:r>
              <a:rPr lang="he-IL" sz="1100" dirty="0"/>
              <a:t>, </a:t>
            </a:r>
            <a:r>
              <a:rPr lang="he-IL" sz="1100" dirty="0" err="1"/>
              <a:t>יג</a:t>
            </a:r>
            <a:r>
              <a:rPr lang="he-IL" sz="1100" dirty="0"/>
              <a:t> הערה ע)</a:t>
            </a:r>
          </a:p>
        </p:txBody>
      </p:sp>
    </p:spTree>
    <p:extLst>
      <p:ext uri="{BB962C8B-B14F-4D97-AF65-F5344CB8AC3E}">
        <p14:creationId xmlns:p14="http://schemas.microsoft.com/office/powerpoint/2010/main" val="89253290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invX="1"/>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5F3FAAE0-8D8F-486C-ADC5-461698C220F2}"/>
              </a:ext>
            </a:extLst>
          </p:cNvPr>
          <p:cNvSpPr>
            <a:spLocks noGrp="1"/>
          </p:cNvSpPr>
          <p:nvPr>
            <p:ph type="title"/>
          </p:nvPr>
        </p:nvSpPr>
        <p:spPr>
          <a:xfrm>
            <a:off x="1295402" y="699144"/>
            <a:ext cx="9601196" cy="986780"/>
          </a:xfrm>
        </p:spPr>
        <p:txBody>
          <a:bodyPr>
            <a:normAutofit/>
          </a:bodyPr>
          <a:lstStyle/>
          <a:p>
            <a:r>
              <a:rPr lang="he-IL" sz="3200" dirty="0"/>
              <a:t>תשובת רבא: לעבור עליו בשני </a:t>
            </a:r>
            <a:r>
              <a:rPr lang="he-IL" sz="3200" dirty="0" err="1"/>
              <a:t>לאוין</a:t>
            </a:r>
            <a:r>
              <a:rPr lang="he-IL" sz="3200" dirty="0"/>
              <a:t> </a:t>
            </a:r>
          </a:p>
        </p:txBody>
      </p:sp>
      <p:sp>
        <p:nvSpPr>
          <p:cNvPr id="3" name="מציין מיקום של כותרת תחתונה 2">
            <a:extLst>
              <a:ext uri="{FF2B5EF4-FFF2-40B4-BE49-F238E27FC236}">
                <a16:creationId xmlns:a16="http://schemas.microsoft.com/office/drawing/2014/main" id="{E5821D00-6998-4FDC-8BA5-FB2FD3BCDBF1}"/>
              </a:ext>
            </a:extLst>
          </p:cNvPr>
          <p:cNvSpPr>
            <a:spLocks noGrp="1"/>
          </p:cNvSpPr>
          <p:nvPr>
            <p:ph type="ftr" sz="quarter" idx="11"/>
          </p:nvPr>
        </p:nvSpPr>
        <p:spPr/>
        <p:txBody>
          <a:bodyPr/>
          <a:lstStyle/>
          <a:p>
            <a:r>
              <a:rPr lang="he-IL"/>
              <a:t>לקט מצוות מספר החינוך</a:t>
            </a:r>
          </a:p>
        </p:txBody>
      </p:sp>
      <p:sp>
        <p:nvSpPr>
          <p:cNvPr id="4" name="אליפסה 3">
            <a:extLst>
              <a:ext uri="{FF2B5EF4-FFF2-40B4-BE49-F238E27FC236}">
                <a16:creationId xmlns:a16="http://schemas.microsoft.com/office/drawing/2014/main" id="{446223DE-EE4D-428F-BF94-BB0AAE0F913C}"/>
              </a:ext>
            </a:extLst>
          </p:cNvPr>
          <p:cNvSpPr/>
          <p:nvPr/>
        </p:nvSpPr>
        <p:spPr>
          <a:xfrm>
            <a:off x="7105877" y="1823912"/>
            <a:ext cx="1143000" cy="1373777"/>
          </a:xfrm>
          <a:prstGeom prst="ellipse">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dirty="0"/>
              <a:t>לא תעשוק את רעך</a:t>
            </a:r>
          </a:p>
        </p:txBody>
      </p:sp>
      <p:sp>
        <p:nvSpPr>
          <p:cNvPr id="5" name="אליפסה 4">
            <a:extLst>
              <a:ext uri="{FF2B5EF4-FFF2-40B4-BE49-F238E27FC236}">
                <a16:creationId xmlns:a16="http://schemas.microsoft.com/office/drawing/2014/main" id="{E9E48D44-048B-40F2-9A0A-C902350A88C1}"/>
              </a:ext>
            </a:extLst>
          </p:cNvPr>
          <p:cNvSpPr/>
          <p:nvPr/>
        </p:nvSpPr>
        <p:spPr>
          <a:xfrm>
            <a:off x="3943124" y="1804269"/>
            <a:ext cx="1143000" cy="1389996"/>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dirty="0"/>
              <a:t>לא תגזול</a:t>
            </a:r>
          </a:p>
        </p:txBody>
      </p:sp>
      <p:sp>
        <p:nvSpPr>
          <p:cNvPr id="6" name="תיבת טקסט 5">
            <a:extLst>
              <a:ext uri="{FF2B5EF4-FFF2-40B4-BE49-F238E27FC236}">
                <a16:creationId xmlns:a16="http://schemas.microsoft.com/office/drawing/2014/main" id="{2DB92C7C-4783-40C4-81E5-4EEF6D0335A0}"/>
              </a:ext>
            </a:extLst>
          </p:cNvPr>
          <p:cNvSpPr txBox="1"/>
          <p:nvPr/>
        </p:nvSpPr>
        <p:spPr>
          <a:xfrm>
            <a:off x="3581400" y="3463683"/>
            <a:ext cx="4267200" cy="523220"/>
          </a:xfrm>
          <a:prstGeom prst="rect">
            <a:avLst/>
          </a:prstGeom>
          <a:noFill/>
        </p:spPr>
        <p:txBody>
          <a:bodyPr wrap="square" rtlCol="1">
            <a:spAutoFit/>
          </a:bodyPr>
          <a:lstStyle/>
          <a:p>
            <a:pPr algn="r"/>
            <a:r>
              <a:rPr lang="he-IL" sz="2800" dirty="0"/>
              <a:t>מהו הטעם לריבוי האיסורים?</a:t>
            </a:r>
          </a:p>
        </p:txBody>
      </p:sp>
      <p:sp>
        <p:nvSpPr>
          <p:cNvPr id="7" name="תיבת טקסט 6">
            <a:extLst>
              <a:ext uri="{FF2B5EF4-FFF2-40B4-BE49-F238E27FC236}">
                <a16:creationId xmlns:a16="http://schemas.microsoft.com/office/drawing/2014/main" id="{C5733FF7-803B-4283-A2DC-EB3E85348C43}"/>
              </a:ext>
            </a:extLst>
          </p:cNvPr>
          <p:cNvSpPr txBox="1"/>
          <p:nvPr/>
        </p:nvSpPr>
        <p:spPr>
          <a:xfrm>
            <a:off x="5715000" y="4068231"/>
            <a:ext cx="2886301" cy="369332"/>
          </a:xfrm>
          <a:prstGeom prst="rect">
            <a:avLst/>
          </a:prstGeom>
          <a:noFill/>
        </p:spPr>
        <p:txBody>
          <a:bodyPr wrap="square" rtlCol="1">
            <a:spAutoFit/>
          </a:bodyPr>
          <a:lstStyle/>
          <a:p>
            <a:pPr algn="r"/>
            <a:r>
              <a:rPr lang="he-IL" dirty="0"/>
              <a:t>1. להרחיק את האדם מן העבירה.</a:t>
            </a:r>
          </a:p>
        </p:txBody>
      </p:sp>
      <p:sp>
        <p:nvSpPr>
          <p:cNvPr id="8" name="תיבת טקסט 7">
            <a:extLst>
              <a:ext uri="{FF2B5EF4-FFF2-40B4-BE49-F238E27FC236}">
                <a16:creationId xmlns:a16="http://schemas.microsoft.com/office/drawing/2014/main" id="{845BF6F1-513D-4D46-83FA-D47A496746DF}"/>
              </a:ext>
            </a:extLst>
          </p:cNvPr>
          <p:cNvSpPr txBox="1"/>
          <p:nvPr/>
        </p:nvSpPr>
        <p:spPr>
          <a:xfrm>
            <a:off x="1534410" y="4538494"/>
            <a:ext cx="7103428" cy="369332"/>
          </a:xfrm>
          <a:prstGeom prst="rect">
            <a:avLst/>
          </a:prstGeom>
          <a:noFill/>
        </p:spPr>
        <p:txBody>
          <a:bodyPr wrap="square" rtlCol="1">
            <a:spAutoFit/>
          </a:bodyPr>
          <a:lstStyle/>
          <a:p>
            <a:pPr algn="r"/>
            <a:r>
              <a:rPr lang="he-IL" dirty="0"/>
              <a:t>2. לזכות את ישראל בשכר. </a:t>
            </a:r>
            <a:r>
              <a:rPr lang="he-IL" b="1" dirty="0"/>
              <a:t>"רצה המקום לזכות את ישראל, ולפיכך הרבה להם מצוות"</a:t>
            </a:r>
          </a:p>
        </p:txBody>
      </p:sp>
      <p:sp>
        <p:nvSpPr>
          <p:cNvPr id="9" name="תיבת טקסט 8">
            <a:extLst>
              <a:ext uri="{FF2B5EF4-FFF2-40B4-BE49-F238E27FC236}">
                <a16:creationId xmlns:a16="http://schemas.microsoft.com/office/drawing/2014/main" id="{F8D5B7B0-0813-4F1F-B802-7D2CFE57F03E}"/>
              </a:ext>
            </a:extLst>
          </p:cNvPr>
          <p:cNvSpPr txBox="1"/>
          <p:nvPr/>
        </p:nvSpPr>
        <p:spPr>
          <a:xfrm>
            <a:off x="968828" y="5022744"/>
            <a:ext cx="9492344" cy="954107"/>
          </a:xfrm>
          <a:prstGeom prst="rect">
            <a:avLst/>
          </a:prstGeom>
          <a:noFill/>
        </p:spPr>
        <p:txBody>
          <a:bodyPr wrap="square" rtlCol="1">
            <a:spAutoFit/>
          </a:bodyPr>
          <a:lstStyle/>
          <a:p>
            <a:pPr algn="r"/>
            <a:r>
              <a:rPr lang="he-IL" sz="1400" b="1" dirty="0">
                <a:latin typeface="Guttman Yad-Brush" panose="02010401010101010101" pitchFamily="2" charset="-79"/>
                <a:cs typeface="Guttman Yad-Brush" panose="02010401010101010101" pitchFamily="2" charset="-79"/>
              </a:rPr>
              <a:t>הקב"ה רצה להרבות לישראל מצוות, ולכן יצר מציאות של שכר יותר גדול על קיום אותה מצווה.</a:t>
            </a:r>
          </a:p>
          <a:p>
            <a:pPr algn="r"/>
            <a:r>
              <a:rPr lang="he-IL" sz="1400" b="1" dirty="0">
                <a:latin typeface="Guttman Yad-Brush" panose="02010401010101010101" pitchFamily="2" charset="-79"/>
                <a:cs typeface="Guttman Yad-Brush" panose="02010401010101010101" pitchFamily="2" charset="-79"/>
              </a:rPr>
              <a:t>המקפיד שלא לעבור על איסור זה, יקבל שכר על כך שנמנע מאיסור עושק, ועל כך שנמנע מאיסור גזל.</a:t>
            </a:r>
            <a:endParaRPr lang="en-US" sz="1400" b="1" dirty="0">
              <a:latin typeface="Guttman Yad-Brush" panose="02010401010101010101" pitchFamily="2" charset="-79"/>
              <a:cs typeface="Guttman Yad-Brush" panose="02010401010101010101" pitchFamily="2" charset="-79"/>
            </a:endParaRPr>
          </a:p>
          <a:p>
            <a:pPr lvl="0" algn="r"/>
            <a:r>
              <a:rPr lang="he-IL" sz="1400" b="1" dirty="0">
                <a:solidFill>
                  <a:prstClr val="black"/>
                </a:solidFill>
                <a:latin typeface="Guttman Yad-Brush" panose="02010401010101010101" pitchFamily="2" charset="-79"/>
                <a:cs typeface="Guttman Yad-Brush" panose="02010401010101010101" pitchFamily="2" charset="-79"/>
              </a:rPr>
              <a:t>ולכן, באיסור זה נאמרו שני </a:t>
            </a:r>
            <a:r>
              <a:rPr lang="he-IL" sz="1400" b="1" dirty="0" err="1">
                <a:solidFill>
                  <a:prstClr val="black"/>
                </a:solidFill>
                <a:latin typeface="Guttman Yad-Brush" panose="02010401010101010101" pitchFamily="2" charset="-79"/>
                <a:cs typeface="Guttman Yad-Brush" panose="02010401010101010101" pitchFamily="2" charset="-79"/>
              </a:rPr>
              <a:t>לאוים</a:t>
            </a:r>
            <a:r>
              <a:rPr lang="he-IL" sz="1400" b="1" dirty="0">
                <a:solidFill>
                  <a:prstClr val="black"/>
                </a:solidFill>
                <a:latin typeface="Guttman Yad-Brush" panose="02010401010101010101" pitchFamily="2" charset="-79"/>
                <a:cs typeface="Guttman Yad-Brush" panose="02010401010101010101" pitchFamily="2" charset="-79"/>
              </a:rPr>
              <a:t> 1. עושק 2. גזל.</a:t>
            </a:r>
            <a:endParaRPr lang="en-US" sz="1400" b="1" dirty="0">
              <a:solidFill>
                <a:prstClr val="black"/>
              </a:solidFill>
              <a:latin typeface="Guttman Yad-Brush" panose="02010401010101010101" pitchFamily="2" charset="-79"/>
              <a:cs typeface="Guttman Yad-Brush" panose="02010401010101010101" pitchFamily="2" charset="-79"/>
            </a:endParaRPr>
          </a:p>
          <a:p>
            <a:pPr algn="r"/>
            <a:r>
              <a:rPr lang="en-US" sz="1400" b="1" dirty="0">
                <a:latin typeface="Guttman Yad-Brush" panose="02010401010101010101" pitchFamily="2" charset="-79"/>
                <a:cs typeface="Guttman Yad-Brush" panose="02010401010101010101" pitchFamily="2" charset="-79"/>
              </a:rPr>
              <a:t> </a:t>
            </a:r>
            <a:endParaRPr lang="he-IL" sz="1400" b="1" dirty="0">
              <a:latin typeface="Guttman Yad-Brush" panose="02010401010101010101" pitchFamily="2" charset="-79"/>
              <a:cs typeface="Guttman Yad-Brush" panose="02010401010101010101" pitchFamily="2" charset="-79"/>
            </a:endParaRPr>
          </a:p>
        </p:txBody>
      </p:sp>
      <p:sp>
        <p:nvSpPr>
          <p:cNvPr id="10" name="תיבת טקסט 9">
            <a:extLst>
              <a:ext uri="{FF2B5EF4-FFF2-40B4-BE49-F238E27FC236}">
                <a16:creationId xmlns:a16="http://schemas.microsoft.com/office/drawing/2014/main" id="{BFD9E375-ADCA-49AB-9520-4DD932DE6CA9}"/>
              </a:ext>
            </a:extLst>
          </p:cNvPr>
          <p:cNvSpPr txBox="1"/>
          <p:nvPr/>
        </p:nvSpPr>
        <p:spPr>
          <a:xfrm>
            <a:off x="788135" y="5800923"/>
            <a:ext cx="9601196" cy="307777"/>
          </a:xfrm>
          <a:prstGeom prst="rect">
            <a:avLst/>
          </a:prstGeom>
          <a:noFill/>
        </p:spPr>
        <p:txBody>
          <a:bodyPr wrap="square" rtlCol="1">
            <a:spAutoFit/>
          </a:bodyPr>
          <a:lstStyle/>
          <a:p>
            <a:pPr algn="r"/>
            <a:r>
              <a:rPr lang="he-IL" sz="1400" b="1" dirty="0">
                <a:latin typeface="Guttman Yad-Brush" panose="02010401010101010101" pitchFamily="2" charset="-79"/>
                <a:cs typeface="Guttman Yad-Brush" panose="02010401010101010101" pitchFamily="2" charset="-79"/>
              </a:rPr>
              <a:t>ולא כפי שיכולנו לפרש- שמטרת ריבוי </a:t>
            </a:r>
            <a:r>
              <a:rPr lang="he-IL" sz="1400" b="1" dirty="0" err="1">
                <a:latin typeface="Guttman Yad-Brush" panose="02010401010101010101" pitchFamily="2" charset="-79"/>
                <a:cs typeface="Guttman Yad-Brush" panose="02010401010101010101" pitchFamily="2" charset="-79"/>
              </a:rPr>
              <a:t>ה"לאוים</a:t>
            </a:r>
            <a:r>
              <a:rPr lang="he-IL" sz="1400" b="1" dirty="0">
                <a:latin typeface="Guttman Yad-Brush" panose="02010401010101010101" pitchFamily="2" charset="-79"/>
                <a:cs typeface="Guttman Yad-Brush" panose="02010401010101010101" pitchFamily="2" charset="-79"/>
              </a:rPr>
              <a:t>", להרבות עונשים לחוטאים, כדי שיתרחקו מן העבירה.</a:t>
            </a:r>
          </a:p>
        </p:txBody>
      </p:sp>
    </p:spTree>
    <p:extLst>
      <p:ext uri="{BB962C8B-B14F-4D97-AF65-F5344CB8AC3E}">
        <p14:creationId xmlns:p14="http://schemas.microsoft.com/office/powerpoint/2010/main" val="82280337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invX="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bg/>
                                          </p:spTgt>
                                        </p:tgtEl>
                                        <p:attrNameLst>
                                          <p:attrName>style.visibility</p:attrName>
                                        </p:attrNameLst>
                                      </p:cBhvr>
                                      <p:to>
                                        <p:strVal val="visible"/>
                                      </p:to>
                                    </p:set>
                                    <p:animEffect transition="in" filter="wipe(down)">
                                      <p:cBhvr>
                                        <p:cTn id="7" dur="580">
                                          <p:stCondLst>
                                            <p:cond delay="0"/>
                                          </p:stCondLst>
                                        </p:cTn>
                                        <p:tgtEl>
                                          <p:spTgt spid="4">
                                            <p:bg/>
                                          </p:spTgt>
                                        </p:tgtEl>
                                      </p:cBhvr>
                                    </p:animEffect>
                                    <p:anim calcmode="lin" valueType="num">
                                      <p:cBhvr>
                                        <p:cTn id="8" dur="1822" tmFilter="0,0; 0.14,0.36; 0.43,0.73; 0.71,0.91; 1.0,1.0">
                                          <p:stCondLst>
                                            <p:cond delay="0"/>
                                          </p:stCondLst>
                                        </p:cTn>
                                        <p:tgtEl>
                                          <p:spTgt spid="4">
                                            <p:bg/>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bg/>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bg/>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bg/>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bg/>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bg/>
                                          </p:spTgt>
                                        </p:tgtEl>
                                      </p:cBhvr>
                                      <p:to x="100000" y="60000"/>
                                    </p:animScale>
                                    <p:animScale>
                                      <p:cBhvr>
                                        <p:cTn id="14" dur="166" decel="50000">
                                          <p:stCondLst>
                                            <p:cond delay="676"/>
                                          </p:stCondLst>
                                        </p:cTn>
                                        <p:tgtEl>
                                          <p:spTgt spid="4">
                                            <p:bg/>
                                          </p:spTgt>
                                        </p:tgtEl>
                                      </p:cBhvr>
                                      <p:to x="100000" y="100000"/>
                                    </p:animScale>
                                    <p:animScale>
                                      <p:cBhvr>
                                        <p:cTn id="15" dur="26">
                                          <p:stCondLst>
                                            <p:cond delay="1312"/>
                                          </p:stCondLst>
                                        </p:cTn>
                                        <p:tgtEl>
                                          <p:spTgt spid="4">
                                            <p:bg/>
                                          </p:spTgt>
                                        </p:tgtEl>
                                      </p:cBhvr>
                                      <p:to x="100000" y="80000"/>
                                    </p:animScale>
                                    <p:animScale>
                                      <p:cBhvr>
                                        <p:cTn id="16" dur="166" decel="50000">
                                          <p:stCondLst>
                                            <p:cond delay="1338"/>
                                          </p:stCondLst>
                                        </p:cTn>
                                        <p:tgtEl>
                                          <p:spTgt spid="4">
                                            <p:bg/>
                                          </p:spTgt>
                                        </p:tgtEl>
                                      </p:cBhvr>
                                      <p:to x="100000" y="100000"/>
                                    </p:animScale>
                                    <p:animScale>
                                      <p:cBhvr>
                                        <p:cTn id="17" dur="26">
                                          <p:stCondLst>
                                            <p:cond delay="1642"/>
                                          </p:stCondLst>
                                        </p:cTn>
                                        <p:tgtEl>
                                          <p:spTgt spid="4">
                                            <p:bg/>
                                          </p:spTgt>
                                        </p:tgtEl>
                                      </p:cBhvr>
                                      <p:to x="100000" y="90000"/>
                                    </p:animScale>
                                    <p:animScale>
                                      <p:cBhvr>
                                        <p:cTn id="18" dur="166" decel="50000">
                                          <p:stCondLst>
                                            <p:cond delay="1668"/>
                                          </p:stCondLst>
                                        </p:cTn>
                                        <p:tgtEl>
                                          <p:spTgt spid="4">
                                            <p:bg/>
                                          </p:spTgt>
                                        </p:tgtEl>
                                      </p:cBhvr>
                                      <p:to x="100000" y="100000"/>
                                    </p:animScale>
                                    <p:animScale>
                                      <p:cBhvr>
                                        <p:cTn id="19" dur="26">
                                          <p:stCondLst>
                                            <p:cond delay="1808"/>
                                          </p:stCondLst>
                                        </p:cTn>
                                        <p:tgtEl>
                                          <p:spTgt spid="4">
                                            <p:bg/>
                                          </p:spTgt>
                                        </p:tgtEl>
                                      </p:cBhvr>
                                      <p:to x="100000" y="95000"/>
                                    </p:animScale>
                                    <p:animScale>
                                      <p:cBhvr>
                                        <p:cTn id="20" dur="166" decel="50000">
                                          <p:stCondLst>
                                            <p:cond delay="1834"/>
                                          </p:stCondLst>
                                        </p:cTn>
                                        <p:tgtEl>
                                          <p:spTgt spid="4">
                                            <p:bg/>
                                          </p:spTgt>
                                        </p:tgtEl>
                                      </p:cBhvr>
                                      <p:to x="100000" y="100000"/>
                                    </p:animScale>
                                  </p:childTnLst>
                                </p:cTn>
                              </p:par>
                              <p:par>
                                <p:cTn id="21" presetID="26" presetClass="entr" presetSubtype="0" fill="hold" grpId="0" nodeType="withEffect">
                                  <p:stCondLst>
                                    <p:cond delay="0"/>
                                  </p:stCondLst>
                                  <p:childTnLst>
                                    <p:set>
                                      <p:cBhvr>
                                        <p:cTn id="22" dur="1" fill="hold">
                                          <p:stCondLst>
                                            <p:cond delay="0"/>
                                          </p:stCondLst>
                                        </p:cTn>
                                        <p:tgtEl>
                                          <p:spTgt spid="4">
                                            <p:txEl>
                                              <p:pRg st="0" end="0"/>
                                            </p:txEl>
                                          </p:spTgt>
                                        </p:tgtEl>
                                        <p:attrNameLst>
                                          <p:attrName>style.visibility</p:attrName>
                                        </p:attrNameLst>
                                      </p:cBhvr>
                                      <p:to>
                                        <p:strVal val="visible"/>
                                      </p:to>
                                    </p:set>
                                    <p:animEffect transition="in" filter="wipe(down)">
                                      <p:cBhvr>
                                        <p:cTn id="23" dur="580">
                                          <p:stCondLst>
                                            <p:cond delay="0"/>
                                          </p:stCondLst>
                                        </p:cTn>
                                        <p:tgtEl>
                                          <p:spTgt spid="4">
                                            <p:txEl>
                                              <p:pRg st="0" end="0"/>
                                            </p:txEl>
                                          </p:spTgt>
                                        </p:tgtEl>
                                      </p:cBhvr>
                                    </p:animEffect>
                                    <p:anim calcmode="lin" valueType="num">
                                      <p:cBhvr>
                                        <p:cTn id="24" dur="1822" tmFilter="0,0; 0.14,0.36; 0.43,0.73; 0.71,0.91; 1.0,1.0">
                                          <p:stCondLst>
                                            <p:cond delay="0"/>
                                          </p:stCondLst>
                                        </p:cTn>
                                        <p:tgtEl>
                                          <p:spTgt spid="4">
                                            <p:txEl>
                                              <p:pRg st="0" end="0"/>
                                            </p:txEl>
                                          </p:spTgt>
                                        </p:tgtEl>
                                        <p:attrNameLst>
                                          <p:attrName>ppt_x</p:attrName>
                                        </p:attrNameLst>
                                      </p:cBhvr>
                                      <p:tavLst>
                                        <p:tav tm="0">
                                          <p:val>
                                            <p:strVal val="#ppt_x-0.25"/>
                                          </p:val>
                                        </p:tav>
                                        <p:tav tm="100000">
                                          <p:val>
                                            <p:strVal val="#ppt_x"/>
                                          </p:val>
                                        </p:tav>
                                      </p:tavLst>
                                    </p:anim>
                                    <p:anim calcmode="lin" valueType="num">
                                      <p:cBhvr>
                                        <p:cTn id="25" dur="664" tmFilter="0.0,0.0; 0.25,0.07; 0.50,0.2; 0.75,0.467; 1.0,1.0">
                                          <p:stCondLst>
                                            <p:cond delay="0"/>
                                          </p:stCondLst>
                                        </p:cTn>
                                        <p:tgtEl>
                                          <p:spTgt spid="4">
                                            <p:txEl>
                                              <p:pRg st="0" end="0"/>
                                            </p:txEl>
                                          </p:spTgt>
                                        </p:tgtEl>
                                        <p:attrNameLst>
                                          <p:attrName>ppt_y</p:attrName>
                                        </p:attrNameLst>
                                      </p:cBhvr>
                                      <p:tavLst>
                                        <p:tav tm="0" fmla="#ppt_y-sin(pi*$)/3">
                                          <p:val>
                                            <p:fltVal val="0.5"/>
                                          </p:val>
                                        </p:tav>
                                        <p:tav tm="100000">
                                          <p:val>
                                            <p:fltVal val="1"/>
                                          </p:val>
                                        </p:tav>
                                      </p:tavLst>
                                    </p:anim>
                                    <p:anim calcmode="lin" valueType="num">
                                      <p:cBhvr>
                                        <p:cTn id="26" dur="664" tmFilter="0, 0; 0.125,0.2665; 0.25,0.4; 0.375,0.465; 0.5,0.5;  0.625,0.535; 0.75,0.6; 0.875,0.7335; 1,1">
                                          <p:stCondLst>
                                            <p:cond delay="664"/>
                                          </p:stCondLst>
                                        </p:cTn>
                                        <p:tgtEl>
                                          <p:spTgt spid="4">
                                            <p:txEl>
                                              <p:pRg st="0" end="0"/>
                                            </p:txEl>
                                          </p:spTgt>
                                        </p:tgtEl>
                                        <p:attrNameLst>
                                          <p:attrName>ppt_y</p:attrName>
                                        </p:attrNameLst>
                                      </p:cBhvr>
                                      <p:tavLst>
                                        <p:tav tm="0" fmla="#ppt_y-sin(pi*$)/9">
                                          <p:val>
                                            <p:fltVal val="0"/>
                                          </p:val>
                                        </p:tav>
                                        <p:tav tm="100000">
                                          <p:val>
                                            <p:fltVal val="1"/>
                                          </p:val>
                                        </p:tav>
                                      </p:tavLst>
                                    </p:anim>
                                    <p:anim calcmode="lin" valueType="num">
                                      <p:cBhvr>
                                        <p:cTn id="27" dur="332" tmFilter="0, 0; 0.125,0.2665; 0.25,0.4; 0.375,0.465; 0.5,0.5;  0.625,0.535; 0.75,0.6; 0.875,0.7335; 1,1">
                                          <p:stCondLst>
                                            <p:cond delay="1324"/>
                                          </p:stCondLst>
                                        </p:cTn>
                                        <p:tgtEl>
                                          <p:spTgt spid="4">
                                            <p:txEl>
                                              <p:pRg st="0" end="0"/>
                                            </p:txEl>
                                          </p:spTgt>
                                        </p:tgtEl>
                                        <p:attrNameLst>
                                          <p:attrName>ppt_y</p:attrName>
                                        </p:attrNameLst>
                                      </p:cBhvr>
                                      <p:tavLst>
                                        <p:tav tm="0" fmla="#ppt_y-sin(pi*$)/27">
                                          <p:val>
                                            <p:fltVal val="0"/>
                                          </p:val>
                                        </p:tav>
                                        <p:tav tm="100000">
                                          <p:val>
                                            <p:fltVal val="1"/>
                                          </p:val>
                                        </p:tav>
                                      </p:tavLst>
                                    </p:anim>
                                    <p:anim calcmode="lin" valueType="num">
                                      <p:cBhvr>
                                        <p:cTn id="28" dur="164" tmFilter="0, 0; 0.125,0.2665; 0.25,0.4; 0.375,0.465; 0.5,0.5;  0.625,0.535; 0.75,0.6; 0.875,0.7335; 1,1">
                                          <p:stCondLst>
                                            <p:cond delay="1656"/>
                                          </p:stCondLst>
                                        </p:cTn>
                                        <p:tgtEl>
                                          <p:spTgt spid="4">
                                            <p:txEl>
                                              <p:pRg st="0" end="0"/>
                                            </p:txEl>
                                          </p:spTgt>
                                        </p:tgtEl>
                                        <p:attrNameLst>
                                          <p:attrName>ppt_y</p:attrName>
                                        </p:attrNameLst>
                                      </p:cBhvr>
                                      <p:tavLst>
                                        <p:tav tm="0" fmla="#ppt_y-sin(pi*$)/81">
                                          <p:val>
                                            <p:fltVal val="0"/>
                                          </p:val>
                                        </p:tav>
                                        <p:tav tm="100000">
                                          <p:val>
                                            <p:fltVal val="1"/>
                                          </p:val>
                                        </p:tav>
                                      </p:tavLst>
                                    </p:anim>
                                    <p:animScale>
                                      <p:cBhvr>
                                        <p:cTn id="29" dur="26">
                                          <p:stCondLst>
                                            <p:cond delay="650"/>
                                          </p:stCondLst>
                                        </p:cTn>
                                        <p:tgtEl>
                                          <p:spTgt spid="4">
                                            <p:txEl>
                                              <p:pRg st="0" end="0"/>
                                            </p:txEl>
                                          </p:spTgt>
                                        </p:tgtEl>
                                      </p:cBhvr>
                                      <p:to x="100000" y="60000"/>
                                    </p:animScale>
                                    <p:animScale>
                                      <p:cBhvr>
                                        <p:cTn id="30" dur="166" decel="50000">
                                          <p:stCondLst>
                                            <p:cond delay="676"/>
                                          </p:stCondLst>
                                        </p:cTn>
                                        <p:tgtEl>
                                          <p:spTgt spid="4">
                                            <p:txEl>
                                              <p:pRg st="0" end="0"/>
                                            </p:txEl>
                                          </p:spTgt>
                                        </p:tgtEl>
                                      </p:cBhvr>
                                      <p:to x="100000" y="100000"/>
                                    </p:animScale>
                                    <p:animScale>
                                      <p:cBhvr>
                                        <p:cTn id="31" dur="26">
                                          <p:stCondLst>
                                            <p:cond delay="1312"/>
                                          </p:stCondLst>
                                        </p:cTn>
                                        <p:tgtEl>
                                          <p:spTgt spid="4">
                                            <p:txEl>
                                              <p:pRg st="0" end="0"/>
                                            </p:txEl>
                                          </p:spTgt>
                                        </p:tgtEl>
                                      </p:cBhvr>
                                      <p:to x="100000" y="80000"/>
                                    </p:animScale>
                                    <p:animScale>
                                      <p:cBhvr>
                                        <p:cTn id="32" dur="166" decel="50000">
                                          <p:stCondLst>
                                            <p:cond delay="1338"/>
                                          </p:stCondLst>
                                        </p:cTn>
                                        <p:tgtEl>
                                          <p:spTgt spid="4">
                                            <p:txEl>
                                              <p:pRg st="0" end="0"/>
                                            </p:txEl>
                                          </p:spTgt>
                                        </p:tgtEl>
                                      </p:cBhvr>
                                      <p:to x="100000" y="100000"/>
                                    </p:animScale>
                                    <p:animScale>
                                      <p:cBhvr>
                                        <p:cTn id="33" dur="26">
                                          <p:stCondLst>
                                            <p:cond delay="1642"/>
                                          </p:stCondLst>
                                        </p:cTn>
                                        <p:tgtEl>
                                          <p:spTgt spid="4">
                                            <p:txEl>
                                              <p:pRg st="0" end="0"/>
                                            </p:txEl>
                                          </p:spTgt>
                                        </p:tgtEl>
                                      </p:cBhvr>
                                      <p:to x="100000" y="90000"/>
                                    </p:animScale>
                                    <p:animScale>
                                      <p:cBhvr>
                                        <p:cTn id="34" dur="166" decel="50000">
                                          <p:stCondLst>
                                            <p:cond delay="1668"/>
                                          </p:stCondLst>
                                        </p:cTn>
                                        <p:tgtEl>
                                          <p:spTgt spid="4">
                                            <p:txEl>
                                              <p:pRg st="0" end="0"/>
                                            </p:txEl>
                                          </p:spTgt>
                                        </p:tgtEl>
                                      </p:cBhvr>
                                      <p:to x="100000" y="100000"/>
                                    </p:animScale>
                                    <p:animScale>
                                      <p:cBhvr>
                                        <p:cTn id="35" dur="26">
                                          <p:stCondLst>
                                            <p:cond delay="1808"/>
                                          </p:stCondLst>
                                        </p:cTn>
                                        <p:tgtEl>
                                          <p:spTgt spid="4">
                                            <p:txEl>
                                              <p:pRg st="0" end="0"/>
                                            </p:txEl>
                                          </p:spTgt>
                                        </p:tgtEl>
                                      </p:cBhvr>
                                      <p:to x="100000" y="95000"/>
                                    </p:animScale>
                                    <p:animScale>
                                      <p:cBhvr>
                                        <p:cTn id="36" dur="166" decel="50000">
                                          <p:stCondLst>
                                            <p:cond delay="1834"/>
                                          </p:stCondLst>
                                        </p:cTn>
                                        <p:tgtEl>
                                          <p:spTgt spid="4">
                                            <p:txEl>
                                              <p:pRg st="0" end="0"/>
                                            </p:txEl>
                                          </p:spTgt>
                                        </p:tgtEl>
                                      </p:cBhvr>
                                      <p:to x="100000" y="100000"/>
                                    </p:animScale>
                                  </p:childTnLst>
                                </p:cTn>
                              </p:par>
                            </p:childTnLst>
                          </p:cTn>
                        </p:par>
                      </p:childTnLst>
                    </p:cTn>
                  </p:par>
                  <p:par>
                    <p:cTn id="37" fill="hold">
                      <p:stCondLst>
                        <p:cond delay="indefinite"/>
                      </p:stCondLst>
                      <p:childTnLst>
                        <p:par>
                          <p:cTn id="38" fill="hold">
                            <p:stCondLst>
                              <p:cond delay="0"/>
                            </p:stCondLst>
                            <p:childTnLst>
                              <p:par>
                                <p:cTn id="39" presetID="26" presetClass="entr" presetSubtype="0" fill="hold" grpId="0" nodeType="clickEffect">
                                  <p:stCondLst>
                                    <p:cond delay="0"/>
                                  </p:stCondLst>
                                  <p:childTnLst>
                                    <p:set>
                                      <p:cBhvr>
                                        <p:cTn id="40" dur="1" fill="hold">
                                          <p:stCondLst>
                                            <p:cond delay="0"/>
                                          </p:stCondLst>
                                        </p:cTn>
                                        <p:tgtEl>
                                          <p:spTgt spid="5">
                                            <p:bg/>
                                          </p:spTgt>
                                        </p:tgtEl>
                                        <p:attrNameLst>
                                          <p:attrName>style.visibility</p:attrName>
                                        </p:attrNameLst>
                                      </p:cBhvr>
                                      <p:to>
                                        <p:strVal val="visible"/>
                                      </p:to>
                                    </p:set>
                                    <p:animEffect transition="in" filter="wipe(down)">
                                      <p:cBhvr>
                                        <p:cTn id="41" dur="580">
                                          <p:stCondLst>
                                            <p:cond delay="0"/>
                                          </p:stCondLst>
                                        </p:cTn>
                                        <p:tgtEl>
                                          <p:spTgt spid="5">
                                            <p:bg/>
                                          </p:spTgt>
                                        </p:tgtEl>
                                      </p:cBhvr>
                                    </p:animEffect>
                                    <p:anim calcmode="lin" valueType="num">
                                      <p:cBhvr>
                                        <p:cTn id="42" dur="1822" tmFilter="0,0; 0.14,0.36; 0.43,0.73; 0.71,0.91; 1.0,1.0">
                                          <p:stCondLst>
                                            <p:cond delay="0"/>
                                          </p:stCondLst>
                                        </p:cTn>
                                        <p:tgtEl>
                                          <p:spTgt spid="5">
                                            <p:bg/>
                                          </p:spTgt>
                                        </p:tgtEl>
                                        <p:attrNameLst>
                                          <p:attrName>ppt_x</p:attrName>
                                        </p:attrNameLst>
                                      </p:cBhvr>
                                      <p:tavLst>
                                        <p:tav tm="0">
                                          <p:val>
                                            <p:strVal val="#ppt_x-0.25"/>
                                          </p:val>
                                        </p:tav>
                                        <p:tav tm="100000">
                                          <p:val>
                                            <p:strVal val="#ppt_x"/>
                                          </p:val>
                                        </p:tav>
                                      </p:tavLst>
                                    </p:anim>
                                    <p:anim calcmode="lin" valueType="num">
                                      <p:cBhvr>
                                        <p:cTn id="43" dur="664" tmFilter="0.0,0.0; 0.25,0.07; 0.50,0.2; 0.75,0.467; 1.0,1.0">
                                          <p:stCondLst>
                                            <p:cond delay="0"/>
                                          </p:stCondLst>
                                        </p:cTn>
                                        <p:tgtEl>
                                          <p:spTgt spid="5">
                                            <p:bg/>
                                          </p:spTgt>
                                        </p:tgtEl>
                                        <p:attrNameLst>
                                          <p:attrName>ppt_y</p:attrName>
                                        </p:attrNameLst>
                                      </p:cBhvr>
                                      <p:tavLst>
                                        <p:tav tm="0" fmla="#ppt_y-sin(pi*$)/3">
                                          <p:val>
                                            <p:fltVal val="0.5"/>
                                          </p:val>
                                        </p:tav>
                                        <p:tav tm="100000">
                                          <p:val>
                                            <p:fltVal val="1"/>
                                          </p:val>
                                        </p:tav>
                                      </p:tavLst>
                                    </p:anim>
                                    <p:anim calcmode="lin" valueType="num">
                                      <p:cBhvr>
                                        <p:cTn id="44" dur="664" tmFilter="0, 0; 0.125,0.2665; 0.25,0.4; 0.375,0.465; 0.5,0.5;  0.625,0.535; 0.75,0.6; 0.875,0.7335; 1,1">
                                          <p:stCondLst>
                                            <p:cond delay="664"/>
                                          </p:stCondLst>
                                        </p:cTn>
                                        <p:tgtEl>
                                          <p:spTgt spid="5">
                                            <p:bg/>
                                          </p:spTgt>
                                        </p:tgtEl>
                                        <p:attrNameLst>
                                          <p:attrName>ppt_y</p:attrName>
                                        </p:attrNameLst>
                                      </p:cBhvr>
                                      <p:tavLst>
                                        <p:tav tm="0" fmla="#ppt_y-sin(pi*$)/9">
                                          <p:val>
                                            <p:fltVal val="0"/>
                                          </p:val>
                                        </p:tav>
                                        <p:tav tm="100000">
                                          <p:val>
                                            <p:fltVal val="1"/>
                                          </p:val>
                                        </p:tav>
                                      </p:tavLst>
                                    </p:anim>
                                    <p:anim calcmode="lin" valueType="num">
                                      <p:cBhvr>
                                        <p:cTn id="45" dur="332" tmFilter="0, 0; 0.125,0.2665; 0.25,0.4; 0.375,0.465; 0.5,0.5;  0.625,0.535; 0.75,0.6; 0.875,0.7335; 1,1">
                                          <p:stCondLst>
                                            <p:cond delay="1324"/>
                                          </p:stCondLst>
                                        </p:cTn>
                                        <p:tgtEl>
                                          <p:spTgt spid="5">
                                            <p:bg/>
                                          </p:spTgt>
                                        </p:tgtEl>
                                        <p:attrNameLst>
                                          <p:attrName>ppt_y</p:attrName>
                                        </p:attrNameLst>
                                      </p:cBhvr>
                                      <p:tavLst>
                                        <p:tav tm="0" fmla="#ppt_y-sin(pi*$)/27">
                                          <p:val>
                                            <p:fltVal val="0"/>
                                          </p:val>
                                        </p:tav>
                                        <p:tav tm="100000">
                                          <p:val>
                                            <p:fltVal val="1"/>
                                          </p:val>
                                        </p:tav>
                                      </p:tavLst>
                                    </p:anim>
                                    <p:anim calcmode="lin" valueType="num">
                                      <p:cBhvr>
                                        <p:cTn id="46" dur="164" tmFilter="0, 0; 0.125,0.2665; 0.25,0.4; 0.375,0.465; 0.5,0.5;  0.625,0.535; 0.75,0.6; 0.875,0.7335; 1,1">
                                          <p:stCondLst>
                                            <p:cond delay="1656"/>
                                          </p:stCondLst>
                                        </p:cTn>
                                        <p:tgtEl>
                                          <p:spTgt spid="5">
                                            <p:bg/>
                                          </p:spTgt>
                                        </p:tgtEl>
                                        <p:attrNameLst>
                                          <p:attrName>ppt_y</p:attrName>
                                        </p:attrNameLst>
                                      </p:cBhvr>
                                      <p:tavLst>
                                        <p:tav tm="0" fmla="#ppt_y-sin(pi*$)/81">
                                          <p:val>
                                            <p:fltVal val="0"/>
                                          </p:val>
                                        </p:tav>
                                        <p:tav tm="100000">
                                          <p:val>
                                            <p:fltVal val="1"/>
                                          </p:val>
                                        </p:tav>
                                      </p:tavLst>
                                    </p:anim>
                                    <p:animScale>
                                      <p:cBhvr>
                                        <p:cTn id="47" dur="26">
                                          <p:stCondLst>
                                            <p:cond delay="650"/>
                                          </p:stCondLst>
                                        </p:cTn>
                                        <p:tgtEl>
                                          <p:spTgt spid="5">
                                            <p:bg/>
                                          </p:spTgt>
                                        </p:tgtEl>
                                      </p:cBhvr>
                                      <p:to x="100000" y="60000"/>
                                    </p:animScale>
                                    <p:animScale>
                                      <p:cBhvr>
                                        <p:cTn id="48" dur="166" decel="50000">
                                          <p:stCondLst>
                                            <p:cond delay="676"/>
                                          </p:stCondLst>
                                        </p:cTn>
                                        <p:tgtEl>
                                          <p:spTgt spid="5">
                                            <p:bg/>
                                          </p:spTgt>
                                        </p:tgtEl>
                                      </p:cBhvr>
                                      <p:to x="100000" y="100000"/>
                                    </p:animScale>
                                    <p:animScale>
                                      <p:cBhvr>
                                        <p:cTn id="49" dur="26">
                                          <p:stCondLst>
                                            <p:cond delay="1312"/>
                                          </p:stCondLst>
                                        </p:cTn>
                                        <p:tgtEl>
                                          <p:spTgt spid="5">
                                            <p:bg/>
                                          </p:spTgt>
                                        </p:tgtEl>
                                      </p:cBhvr>
                                      <p:to x="100000" y="80000"/>
                                    </p:animScale>
                                    <p:animScale>
                                      <p:cBhvr>
                                        <p:cTn id="50" dur="166" decel="50000">
                                          <p:stCondLst>
                                            <p:cond delay="1338"/>
                                          </p:stCondLst>
                                        </p:cTn>
                                        <p:tgtEl>
                                          <p:spTgt spid="5">
                                            <p:bg/>
                                          </p:spTgt>
                                        </p:tgtEl>
                                      </p:cBhvr>
                                      <p:to x="100000" y="100000"/>
                                    </p:animScale>
                                    <p:animScale>
                                      <p:cBhvr>
                                        <p:cTn id="51" dur="26">
                                          <p:stCondLst>
                                            <p:cond delay="1642"/>
                                          </p:stCondLst>
                                        </p:cTn>
                                        <p:tgtEl>
                                          <p:spTgt spid="5">
                                            <p:bg/>
                                          </p:spTgt>
                                        </p:tgtEl>
                                      </p:cBhvr>
                                      <p:to x="100000" y="90000"/>
                                    </p:animScale>
                                    <p:animScale>
                                      <p:cBhvr>
                                        <p:cTn id="52" dur="166" decel="50000">
                                          <p:stCondLst>
                                            <p:cond delay="1668"/>
                                          </p:stCondLst>
                                        </p:cTn>
                                        <p:tgtEl>
                                          <p:spTgt spid="5">
                                            <p:bg/>
                                          </p:spTgt>
                                        </p:tgtEl>
                                      </p:cBhvr>
                                      <p:to x="100000" y="100000"/>
                                    </p:animScale>
                                    <p:animScale>
                                      <p:cBhvr>
                                        <p:cTn id="53" dur="26">
                                          <p:stCondLst>
                                            <p:cond delay="1808"/>
                                          </p:stCondLst>
                                        </p:cTn>
                                        <p:tgtEl>
                                          <p:spTgt spid="5">
                                            <p:bg/>
                                          </p:spTgt>
                                        </p:tgtEl>
                                      </p:cBhvr>
                                      <p:to x="100000" y="95000"/>
                                    </p:animScale>
                                    <p:animScale>
                                      <p:cBhvr>
                                        <p:cTn id="54" dur="166" decel="50000">
                                          <p:stCondLst>
                                            <p:cond delay="1834"/>
                                          </p:stCondLst>
                                        </p:cTn>
                                        <p:tgtEl>
                                          <p:spTgt spid="5">
                                            <p:bg/>
                                          </p:spTgt>
                                        </p:tgtEl>
                                      </p:cBhvr>
                                      <p:to x="100000" y="100000"/>
                                    </p:animScale>
                                  </p:childTnLst>
                                </p:cTn>
                              </p:par>
                              <p:par>
                                <p:cTn id="55" presetID="26" presetClass="entr" presetSubtype="0" fill="hold" grpId="0" nodeType="withEffect">
                                  <p:stCondLst>
                                    <p:cond delay="0"/>
                                  </p:stCondLst>
                                  <p:childTnLst>
                                    <p:set>
                                      <p:cBhvr>
                                        <p:cTn id="56" dur="1" fill="hold">
                                          <p:stCondLst>
                                            <p:cond delay="0"/>
                                          </p:stCondLst>
                                        </p:cTn>
                                        <p:tgtEl>
                                          <p:spTgt spid="5">
                                            <p:txEl>
                                              <p:pRg st="0" end="0"/>
                                            </p:txEl>
                                          </p:spTgt>
                                        </p:tgtEl>
                                        <p:attrNameLst>
                                          <p:attrName>style.visibility</p:attrName>
                                        </p:attrNameLst>
                                      </p:cBhvr>
                                      <p:to>
                                        <p:strVal val="visible"/>
                                      </p:to>
                                    </p:set>
                                    <p:animEffect transition="in" filter="wipe(down)">
                                      <p:cBhvr>
                                        <p:cTn id="57" dur="580">
                                          <p:stCondLst>
                                            <p:cond delay="0"/>
                                          </p:stCondLst>
                                        </p:cTn>
                                        <p:tgtEl>
                                          <p:spTgt spid="5">
                                            <p:txEl>
                                              <p:pRg st="0" end="0"/>
                                            </p:txEl>
                                          </p:spTgt>
                                        </p:tgtEl>
                                      </p:cBhvr>
                                    </p:animEffect>
                                    <p:anim calcmode="lin" valueType="num">
                                      <p:cBhvr>
                                        <p:cTn id="58" dur="1822" tmFilter="0,0; 0.14,0.36; 0.43,0.73; 0.71,0.91; 1.0,1.0">
                                          <p:stCondLst>
                                            <p:cond delay="0"/>
                                          </p:stCondLst>
                                        </p:cTn>
                                        <p:tgtEl>
                                          <p:spTgt spid="5">
                                            <p:txEl>
                                              <p:pRg st="0" end="0"/>
                                            </p:txEl>
                                          </p:spTgt>
                                        </p:tgtEl>
                                        <p:attrNameLst>
                                          <p:attrName>ppt_x</p:attrName>
                                        </p:attrNameLst>
                                      </p:cBhvr>
                                      <p:tavLst>
                                        <p:tav tm="0">
                                          <p:val>
                                            <p:strVal val="#ppt_x-0.25"/>
                                          </p:val>
                                        </p:tav>
                                        <p:tav tm="100000">
                                          <p:val>
                                            <p:strVal val="#ppt_x"/>
                                          </p:val>
                                        </p:tav>
                                      </p:tavLst>
                                    </p:anim>
                                    <p:anim calcmode="lin" valueType="num">
                                      <p:cBhvr>
                                        <p:cTn id="59" dur="664" tmFilter="0.0,0.0; 0.25,0.07; 0.50,0.2; 0.75,0.467; 1.0,1.0">
                                          <p:stCondLst>
                                            <p:cond delay="0"/>
                                          </p:stCondLst>
                                        </p:cTn>
                                        <p:tgtEl>
                                          <p:spTgt spid="5">
                                            <p:txEl>
                                              <p:pRg st="0" end="0"/>
                                            </p:txEl>
                                          </p:spTgt>
                                        </p:tgtEl>
                                        <p:attrNameLst>
                                          <p:attrName>ppt_y</p:attrName>
                                        </p:attrNameLst>
                                      </p:cBhvr>
                                      <p:tavLst>
                                        <p:tav tm="0" fmla="#ppt_y-sin(pi*$)/3">
                                          <p:val>
                                            <p:fltVal val="0.5"/>
                                          </p:val>
                                        </p:tav>
                                        <p:tav tm="100000">
                                          <p:val>
                                            <p:fltVal val="1"/>
                                          </p:val>
                                        </p:tav>
                                      </p:tavLst>
                                    </p:anim>
                                    <p:anim calcmode="lin" valueType="num">
                                      <p:cBhvr>
                                        <p:cTn id="60" dur="664" tmFilter="0, 0; 0.125,0.2665; 0.25,0.4; 0.375,0.465; 0.5,0.5;  0.625,0.535; 0.75,0.6; 0.875,0.7335; 1,1">
                                          <p:stCondLst>
                                            <p:cond delay="664"/>
                                          </p:stCondLst>
                                        </p:cTn>
                                        <p:tgtEl>
                                          <p:spTgt spid="5">
                                            <p:txEl>
                                              <p:pRg st="0" end="0"/>
                                            </p:txEl>
                                          </p:spTgt>
                                        </p:tgtEl>
                                        <p:attrNameLst>
                                          <p:attrName>ppt_y</p:attrName>
                                        </p:attrNameLst>
                                      </p:cBhvr>
                                      <p:tavLst>
                                        <p:tav tm="0" fmla="#ppt_y-sin(pi*$)/9">
                                          <p:val>
                                            <p:fltVal val="0"/>
                                          </p:val>
                                        </p:tav>
                                        <p:tav tm="100000">
                                          <p:val>
                                            <p:fltVal val="1"/>
                                          </p:val>
                                        </p:tav>
                                      </p:tavLst>
                                    </p:anim>
                                    <p:anim calcmode="lin" valueType="num">
                                      <p:cBhvr>
                                        <p:cTn id="61" dur="332" tmFilter="0, 0; 0.125,0.2665; 0.25,0.4; 0.375,0.465; 0.5,0.5;  0.625,0.535; 0.75,0.6; 0.875,0.7335; 1,1">
                                          <p:stCondLst>
                                            <p:cond delay="1324"/>
                                          </p:stCondLst>
                                        </p:cTn>
                                        <p:tgtEl>
                                          <p:spTgt spid="5">
                                            <p:txEl>
                                              <p:pRg st="0" end="0"/>
                                            </p:txEl>
                                          </p:spTgt>
                                        </p:tgtEl>
                                        <p:attrNameLst>
                                          <p:attrName>ppt_y</p:attrName>
                                        </p:attrNameLst>
                                      </p:cBhvr>
                                      <p:tavLst>
                                        <p:tav tm="0" fmla="#ppt_y-sin(pi*$)/27">
                                          <p:val>
                                            <p:fltVal val="0"/>
                                          </p:val>
                                        </p:tav>
                                        <p:tav tm="100000">
                                          <p:val>
                                            <p:fltVal val="1"/>
                                          </p:val>
                                        </p:tav>
                                      </p:tavLst>
                                    </p:anim>
                                    <p:anim calcmode="lin" valueType="num">
                                      <p:cBhvr>
                                        <p:cTn id="62" dur="164" tmFilter="0, 0; 0.125,0.2665; 0.25,0.4; 0.375,0.465; 0.5,0.5;  0.625,0.535; 0.75,0.6; 0.875,0.7335; 1,1">
                                          <p:stCondLst>
                                            <p:cond delay="1656"/>
                                          </p:stCondLst>
                                        </p:cTn>
                                        <p:tgtEl>
                                          <p:spTgt spid="5">
                                            <p:txEl>
                                              <p:pRg st="0" end="0"/>
                                            </p:txEl>
                                          </p:spTgt>
                                        </p:tgtEl>
                                        <p:attrNameLst>
                                          <p:attrName>ppt_y</p:attrName>
                                        </p:attrNameLst>
                                      </p:cBhvr>
                                      <p:tavLst>
                                        <p:tav tm="0" fmla="#ppt_y-sin(pi*$)/81">
                                          <p:val>
                                            <p:fltVal val="0"/>
                                          </p:val>
                                        </p:tav>
                                        <p:tav tm="100000">
                                          <p:val>
                                            <p:fltVal val="1"/>
                                          </p:val>
                                        </p:tav>
                                      </p:tavLst>
                                    </p:anim>
                                    <p:animScale>
                                      <p:cBhvr>
                                        <p:cTn id="63" dur="26">
                                          <p:stCondLst>
                                            <p:cond delay="650"/>
                                          </p:stCondLst>
                                        </p:cTn>
                                        <p:tgtEl>
                                          <p:spTgt spid="5">
                                            <p:txEl>
                                              <p:pRg st="0" end="0"/>
                                            </p:txEl>
                                          </p:spTgt>
                                        </p:tgtEl>
                                      </p:cBhvr>
                                      <p:to x="100000" y="60000"/>
                                    </p:animScale>
                                    <p:animScale>
                                      <p:cBhvr>
                                        <p:cTn id="64" dur="166" decel="50000">
                                          <p:stCondLst>
                                            <p:cond delay="676"/>
                                          </p:stCondLst>
                                        </p:cTn>
                                        <p:tgtEl>
                                          <p:spTgt spid="5">
                                            <p:txEl>
                                              <p:pRg st="0" end="0"/>
                                            </p:txEl>
                                          </p:spTgt>
                                        </p:tgtEl>
                                      </p:cBhvr>
                                      <p:to x="100000" y="100000"/>
                                    </p:animScale>
                                    <p:animScale>
                                      <p:cBhvr>
                                        <p:cTn id="65" dur="26">
                                          <p:stCondLst>
                                            <p:cond delay="1312"/>
                                          </p:stCondLst>
                                        </p:cTn>
                                        <p:tgtEl>
                                          <p:spTgt spid="5">
                                            <p:txEl>
                                              <p:pRg st="0" end="0"/>
                                            </p:txEl>
                                          </p:spTgt>
                                        </p:tgtEl>
                                      </p:cBhvr>
                                      <p:to x="100000" y="80000"/>
                                    </p:animScale>
                                    <p:animScale>
                                      <p:cBhvr>
                                        <p:cTn id="66" dur="166" decel="50000">
                                          <p:stCondLst>
                                            <p:cond delay="1338"/>
                                          </p:stCondLst>
                                        </p:cTn>
                                        <p:tgtEl>
                                          <p:spTgt spid="5">
                                            <p:txEl>
                                              <p:pRg st="0" end="0"/>
                                            </p:txEl>
                                          </p:spTgt>
                                        </p:tgtEl>
                                      </p:cBhvr>
                                      <p:to x="100000" y="100000"/>
                                    </p:animScale>
                                    <p:animScale>
                                      <p:cBhvr>
                                        <p:cTn id="67" dur="26">
                                          <p:stCondLst>
                                            <p:cond delay="1642"/>
                                          </p:stCondLst>
                                        </p:cTn>
                                        <p:tgtEl>
                                          <p:spTgt spid="5">
                                            <p:txEl>
                                              <p:pRg st="0" end="0"/>
                                            </p:txEl>
                                          </p:spTgt>
                                        </p:tgtEl>
                                      </p:cBhvr>
                                      <p:to x="100000" y="90000"/>
                                    </p:animScale>
                                    <p:animScale>
                                      <p:cBhvr>
                                        <p:cTn id="68" dur="166" decel="50000">
                                          <p:stCondLst>
                                            <p:cond delay="1668"/>
                                          </p:stCondLst>
                                        </p:cTn>
                                        <p:tgtEl>
                                          <p:spTgt spid="5">
                                            <p:txEl>
                                              <p:pRg st="0" end="0"/>
                                            </p:txEl>
                                          </p:spTgt>
                                        </p:tgtEl>
                                      </p:cBhvr>
                                      <p:to x="100000" y="100000"/>
                                    </p:animScale>
                                    <p:animScale>
                                      <p:cBhvr>
                                        <p:cTn id="69" dur="26">
                                          <p:stCondLst>
                                            <p:cond delay="1808"/>
                                          </p:stCondLst>
                                        </p:cTn>
                                        <p:tgtEl>
                                          <p:spTgt spid="5">
                                            <p:txEl>
                                              <p:pRg st="0" end="0"/>
                                            </p:txEl>
                                          </p:spTgt>
                                        </p:tgtEl>
                                      </p:cBhvr>
                                      <p:to x="100000" y="95000"/>
                                    </p:animScale>
                                    <p:animScale>
                                      <p:cBhvr>
                                        <p:cTn id="70" dur="166" decel="50000">
                                          <p:stCondLst>
                                            <p:cond delay="1834"/>
                                          </p:stCondLst>
                                        </p:cTn>
                                        <p:tgtEl>
                                          <p:spTgt spid="5">
                                            <p:txEl>
                                              <p:pRg st="0" end="0"/>
                                            </p:txEl>
                                          </p:spTgt>
                                        </p:tgtEl>
                                      </p:cBhvr>
                                      <p:to x="100000" y="100000"/>
                                    </p:animScale>
                                  </p:childTnLst>
                                </p:cTn>
                              </p:par>
                            </p:childTnLst>
                          </p:cTn>
                        </p:par>
                      </p:childTnLst>
                    </p:cTn>
                  </p:par>
                  <p:par>
                    <p:cTn id="71" fill="hold">
                      <p:stCondLst>
                        <p:cond delay="indefinite"/>
                      </p:stCondLst>
                      <p:childTnLst>
                        <p:par>
                          <p:cTn id="72" fill="hold">
                            <p:stCondLst>
                              <p:cond delay="0"/>
                            </p:stCondLst>
                            <p:childTnLst>
                              <p:par>
                                <p:cTn id="73" presetID="16" presetClass="entr" presetSubtype="21" fill="hold" grpId="0" nodeType="clickEffect">
                                  <p:stCondLst>
                                    <p:cond delay="0"/>
                                  </p:stCondLst>
                                  <p:childTnLst>
                                    <p:set>
                                      <p:cBhvr>
                                        <p:cTn id="74" dur="1" fill="hold">
                                          <p:stCondLst>
                                            <p:cond delay="0"/>
                                          </p:stCondLst>
                                        </p:cTn>
                                        <p:tgtEl>
                                          <p:spTgt spid="6"/>
                                        </p:tgtEl>
                                        <p:attrNameLst>
                                          <p:attrName>style.visibility</p:attrName>
                                        </p:attrNameLst>
                                      </p:cBhvr>
                                      <p:to>
                                        <p:strVal val="visible"/>
                                      </p:to>
                                    </p:set>
                                    <p:animEffect transition="in" filter="barn(inVertical)">
                                      <p:cBhvr>
                                        <p:cTn id="75" dur="500"/>
                                        <p:tgtEl>
                                          <p:spTgt spid="6"/>
                                        </p:tgtEl>
                                      </p:cBhvr>
                                    </p:animEffect>
                                  </p:childTnLst>
                                </p:cTn>
                              </p:par>
                            </p:childTnLst>
                          </p:cTn>
                        </p:par>
                      </p:childTnLst>
                    </p:cTn>
                  </p:par>
                  <p:par>
                    <p:cTn id="76" fill="hold">
                      <p:stCondLst>
                        <p:cond delay="indefinite"/>
                      </p:stCondLst>
                      <p:childTnLst>
                        <p:par>
                          <p:cTn id="77" fill="hold">
                            <p:stCondLst>
                              <p:cond delay="0"/>
                            </p:stCondLst>
                            <p:childTnLst>
                              <p:par>
                                <p:cTn id="78" presetID="53" presetClass="entr" presetSubtype="16" fill="hold" grpId="0" nodeType="clickEffect">
                                  <p:stCondLst>
                                    <p:cond delay="0"/>
                                  </p:stCondLst>
                                  <p:childTnLst>
                                    <p:set>
                                      <p:cBhvr>
                                        <p:cTn id="79" dur="1" fill="hold">
                                          <p:stCondLst>
                                            <p:cond delay="0"/>
                                          </p:stCondLst>
                                        </p:cTn>
                                        <p:tgtEl>
                                          <p:spTgt spid="7"/>
                                        </p:tgtEl>
                                        <p:attrNameLst>
                                          <p:attrName>style.visibility</p:attrName>
                                        </p:attrNameLst>
                                      </p:cBhvr>
                                      <p:to>
                                        <p:strVal val="visible"/>
                                      </p:to>
                                    </p:set>
                                    <p:anim calcmode="lin" valueType="num">
                                      <p:cBhvr>
                                        <p:cTn id="80" dur="500" fill="hold"/>
                                        <p:tgtEl>
                                          <p:spTgt spid="7"/>
                                        </p:tgtEl>
                                        <p:attrNameLst>
                                          <p:attrName>ppt_w</p:attrName>
                                        </p:attrNameLst>
                                      </p:cBhvr>
                                      <p:tavLst>
                                        <p:tav tm="0">
                                          <p:val>
                                            <p:fltVal val="0"/>
                                          </p:val>
                                        </p:tav>
                                        <p:tav tm="100000">
                                          <p:val>
                                            <p:strVal val="#ppt_w"/>
                                          </p:val>
                                        </p:tav>
                                      </p:tavLst>
                                    </p:anim>
                                    <p:anim calcmode="lin" valueType="num">
                                      <p:cBhvr>
                                        <p:cTn id="81" dur="500" fill="hold"/>
                                        <p:tgtEl>
                                          <p:spTgt spid="7"/>
                                        </p:tgtEl>
                                        <p:attrNameLst>
                                          <p:attrName>ppt_h</p:attrName>
                                        </p:attrNameLst>
                                      </p:cBhvr>
                                      <p:tavLst>
                                        <p:tav tm="0">
                                          <p:val>
                                            <p:fltVal val="0"/>
                                          </p:val>
                                        </p:tav>
                                        <p:tav tm="100000">
                                          <p:val>
                                            <p:strVal val="#ppt_h"/>
                                          </p:val>
                                        </p:tav>
                                      </p:tavLst>
                                    </p:anim>
                                    <p:animEffect transition="in" filter="fade">
                                      <p:cBhvr>
                                        <p:cTn id="82" dur="500"/>
                                        <p:tgtEl>
                                          <p:spTgt spid="7"/>
                                        </p:tgtEl>
                                      </p:cBhvr>
                                    </p:animEffect>
                                  </p:childTnLst>
                                </p:cTn>
                              </p:par>
                            </p:childTnLst>
                          </p:cTn>
                        </p:par>
                      </p:childTnLst>
                    </p:cTn>
                  </p:par>
                  <p:par>
                    <p:cTn id="83" fill="hold">
                      <p:stCondLst>
                        <p:cond delay="indefinite"/>
                      </p:stCondLst>
                      <p:childTnLst>
                        <p:par>
                          <p:cTn id="84" fill="hold">
                            <p:stCondLst>
                              <p:cond delay="0"/>
                            </p:stCondLst>
                            <p:childTnLst>
                              <p:par>
                                <p:cTn id="85" presetID="53" presetClass="entr" presetSubtype="16" fill="hold" grpId="0" nodeType="clickEffect">
                                  <p:stCondLst>
                                    <p:cond delay="0"/>
                                  </p:stCondLst>
                                  <p:childTnLst>
                                    <p:set>
                                      <p:cBhvr>
                                        <p:cTn id="86" dur="1" fill="hold">
                                          <p:stCondLst>
                                            <p:cond delay="0"/>
                                          </p:stCondLst>
                                        </p:cTn>
                                        <p:tgtEl>
                                          <p:spTgt spid="8"/>
                                        </p:tgtEl>
                                        <p:attrNameLst>
                                          <p:attrName>style.visibility</p:attrName>
                                        </p:attrNameLst>
                                      </p:cBhvr>
                                      <p:to>
                                        <p:strVal val="visible"/>
                                      </p:to>
                                    </p:set>
                                    <p:anim calcmode="lin" valueType="num">
                                      <p:cBhvr>
                                        <p:cTn id="87" dur="500" fill="hold"/>
                                        <p:tgtEl>
                                          <p:spTgt spid="8"/>
                                        </p:tgtEl>
                                        <p:attrNameLst>
                                          <p:attrName>ppt_w</p:attrName>
                                        </p:attrNameLst>
                                      </p:cBhvr>
                                      <p:tavLst>
                                        <p:tav tm="0">
                                          <p:val>
                                            <p:fltVal val="0"/>
                                          </p:val>
                                        </p:tav>
                                        <p:tav tm="100000">
                                          <p:val>
                                            <p:strVal val="#ppt_w"/>
                                          </p:val>
                                        </p:tav>
                                      </p:tavLst>
                                    </p:anim>
                                    <p:anim calcmode="lin" valueType="num">
                                      <p:cBhvr>
                                        <p:cTn id="88" dur="500" fill="hold"/>
                                        <p:tgtEl>
                                          <p:spTgt spid="8"/>
                                        </p:tgtEl>
                                        <p:attrNameLst>
                                          <p:attrName>ppt_h</p:attrName>
                                        </p:attrNameLst>
                                      </p:cBhvr>
                                      <p:tavLst>
                                        <p:tav tm="0">
                                          <p:val>
                                            <p:fltVal val="0"/>
                                          </p:val>
                                        </p:tav>
                                        <p:tav tm="100000">
                                          <p:val>
                                            <p:strVal val="#ppt_h"/>
                                          </p:val>
                                        </p:tav>
                                      </p:tavLst>
                                    </p:anim>
                                    <p:animEffect transition="in" filter="fade">
                                      <p:cBhvr>
                                        <p:cTn id="89" dur="500"/>
                                        <p:tgtEl>
                                          <p:spTgt spid="8"/>
                                        </p:tgtEl>
                                      </p:cBhvr>
                                    </p:animEffect>
                                  </p:childTnLst>
                                </p:cTn>
                              </p:par>
                            </p:childTnLst>
                          </p:cTn>
                        </p:par>
                      </p:childTnLst>
                    </p:cTn>
                  </p:par>
                  <p:par>
                    <p:cTn id="90" fill="hold">
                      <p:stCondLst>
                        <p:cond delay="indefinite"/>
                      </p:stCondLst>
                      <p:childTnLst>
                        <p:par>
                          <p:cTn id="91" fill="hold">
                            <p:stCondLst>
                              <p:cond delay="0"/>
                            </p:stCondLst>
                            <p:childTnLst>
                              <p:par>
                                <p:cTn id="92" presetID="42" presetClass="entr" presetSubtype="0" fill="hold" grpId="0" nodeType="clickEffect">
                                  <p:stCondLst>
                                    <p:cond delay="0"/>
                                  </p:stCondLst>
                                  <p:childTnLst>
                                    <p:set>
                                      <p:cBhvr>
                                        <p:cTn id="93" dur="1" fill="hold">
                                          <p:stCondLst>
                                            <p:cond delay="0"/>
                                          </p:stCondLst>
                                        </p:cTn>
                                        <p:tgtEl>
                                          <p:spTgt spid="9"/>
                                        </p:tgtEl>
                                        <p:attrNameLst>
                                          <p:attrName>style.visibility</p:attrName>
                                        </p:attrNameLst>
                                      </p:cBhvr>
                                      <p:to>
                                        <p:strVal val="visible"/>
                                      </p:to>
                                    </p:set>
                                    <p:animEffect transition="in" filter="fade">
                                      <p:cBhvr>
                                        <p:cTn id="94" dur="1000"/>
                                        <p:tgtEl>
                                          <p:spTgt spid="9"/>
                                        </p:tgtEl>
                                      </p:cBhvr>
                                    </p:animEffect>
                                    <p:anim calcmode="lin" valueType="num">
                                      <p:cBhvr>
                                        <p:cTn id="95" dur="1000" fill="hold"/>
                                        <p:tgtEl>
                                          <p:spTgt spid="9"/>
                                        </p:tgtEl>
                                        <p:attrNameLst>
                                          <p:attrName>ppt_x</p:attrName>
                                        </p:attrNameLst>
                                      </p:cBhvr>
                                      <p:tavLst>
                                        <p:tav tm="0">
                                          <p:val>
                                            <p:strVal val="#ppt_x"/>
                                          </p:val>
                                        </p:tav>
                                        <p:tav tm="100000">
                                          <p:val>
                                            <p:strVal val="#ppt_x"/>
                                          </p:val>
                                        </p:tav>
                                      </p:tavLst>
                                    </p:anim>
                                    <p:anim calcmode="lin" valueType="num">
                                      <p:cBhvr>
                                        <p:cTn id="96"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97" fill="hold">
                      <p:stCondLst>
                        <p:cond delay="indefinite"/>
                      </p:stCondLst>
                      <p:childTnLst>
                        <p:par>
                          <p:cTn id="98" fill="hold">
                            <p:stCondLst>
                              <p:cond delay="0"/>
                            </p:stCondLst>
                            <p:childTnLst>
                              <p:par>
                                <p:cTn id="99" presetID="42" presetClass="entr" presetSubtype="0" fill="hold" grpId="0" nodeType="clickEffect">
                                  <p:stCondLst>
                                    <p:cond delay="0"/>
                                  </p:stCondLst>
                                  <p:childTnLst>
                                    <p:set>
                                      <p:cBhvr>
                                        <p:cTn id="100" dur="1" fill="hold">
                                          <p:stCondLst>
                                            <p:cond delay="0"/>
                                          </p:stCondLst>
                                        </p:cTn>
                                        <p:tgtEl>
                                          <p:spTgt spid="10"/>
                                        </p:tgtEl>
                                        <p:attrNameLst>
                                          <p:attrName>style.visibility</p:attrName>
                                        </p:attrNameLst>
                                      </p:cBhvr>
                                      <p:to>
                                        <p:strVal val="visible"/>
                                      </p:to>
                                    </p:set>
                                    <p:animEffect transition="in" filter="fade">
                                      <p:cBhvr>
                                        <p:cTn id="101" dur="1000"/>
                                        <p:tgtEl>
                                          <p:spTgt spid="10"/>
                                        </p:tgtEl>
                                      </p:cBhvr>
                                    </p:animEffect>
                                    <p:anim calcmode="lin" valueType="num">
                                      <p:cBhvr>
                                        <p:cTn id="102" dur="1000" fill="hold"/>
                                        <p:tgtEl>
                                          <p:spTgt spid="10"/>
                                        </p:tgtEl>
                                        <p:attrNameLst>
                                          <p:attrName>ppt_x</p:attrName>
                                        </p:attrNameLst>
                                      </p:cBhvr>
                                      <p:tavLst>
                                        <p:tav tm="0">
                                          <p:val>
                                            <p:strVal val="#ppt_x"/>
                                          </p:val>
                                        </p:tav>
                                        <p:tav tm="100000">
                                          <p:val>
                                            <p:strVal val="#ppt_x"/>
                                          </p:val>
                                        </p:tav>
                                      </p:tavLst>
                                    </p:anim>
                                    <p:anim calcmode="lin" valueType="num">
                                      <p:cBhvr>
                                        <p:cTn id="103"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animBg="1"/>
      <p:bldP spid="5" grpId="0" uiExpand="1" build="allAtOnce" animBg="1"/>
      <p:bldP spid="6" grpId="0"/>
      <p:bldP spid="7" grpId="0"/>
      <p:bldP spid="8" grpId="0"/>
      <p:bldP spid="9" grpId="0"/>
      <p:bldP spid="1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4EB2CA64-333C-4ECF-B5AF-26F732A3F5CE}"/>
              </a:ext>
            </a:extLst>
          </p:cNvPr>
          <p:cNvSpPr>
            <a:spLocks noGrp="1"/>
          </p:cNvSpPr>
          <p:nvPr>
            <p:ph type="title"/>
          </p:nvPr>
        </p:nvSpPr>
        <p:spPr/>
        <p:txBody>
          <a:bodyPr/>
          <a:lstStyle/>
          <a:p>
            <a:r>
              <a:rPr lang="he-IL" dirty="0"/>
              <a:t>שרש המצווה=טעם המצווה</a:t>
            </a:r>
          </a:p>
        </p:txBody>
      </p:sp>
      <p:sp>
        <p:nvSpPr>
          <p:cNvPr id="3" name="מציין מיקום של כותרת תחתונה 2">
            <a:extLst>
              <a:ext uri="{FF2B5EF4-FFF2-40B4-BE49-F238E27FC236}">
                <a16:creationId xmlns:a16="http://schemas.microsoft.com/office/drawing/2014/main" id="{720D493B-E381-43A7-8AE4-9C0A8630FA4E}"/>
              </a:ext>
            </a:extLst>
          </p:cNvPr>
          <p:cNvSpPr>
            <a:spLocks noGrp="1"/>
          </p:cNvSpPr>
          <p:nvPr>
            <p:ph type="ftr" sz="quarter" idx="11"/>
          </p:nvPr>
        </p:nvSpPr>
        <p:spPr/>
        <p:txBody>
          <a:bodyPr/>
          <a:lstStyle/>
          <a:p>
            <a:r>
              <a:rPr lang="he-IL"/>
              <a:t>לקט מצוות מספר החינוך</a:t>
            </a:r>
          </a:p>
        </p:txBody>
      </p:sp>
      <p:sp>
        <p:nvSpPr>
          <p:cNvPr id="4" name="תיבת טקסט 3">
            <a:extLst>
              <a:ext uri="{FF2B5EF4-FFF2-40B4-BE49-F238E27FC236}">
                <a16:creationId xmlns:a16="http://schemas.microsoft.com/office/drawing/2014/main" id="{3189E108-457C-4C3B-93D9-06FE9550B89F}"/>
              </a:ext>
            </a:extLst>
          </p:cNvPr>
          <p:cNvSpPr txBox="1"/>
          <p:nvPr/>
        </p:nvSpPr>
        <p:spPr>
          <a:xfrm>
            <a:off x="4606833" y="3481977"/>
            <a:ext cx="6078583" cy="523220"/>
          </a:xfrm>
          <a:prstGeom prst="rect">
            <a:avLst/>
          </a:prstGeom>
          <a:noFill/>
        </p:spPr>
        <p:txBody>
          <a:bodyPr wrap="square" rtlCol="1">
            <a:spAutoFit/>
          </a:bodyPr>
          <a:lstStyle/>
          <a:p>
            <a:r>
              <a:rPr lang="he-IL" sz="2800" dirty="0"/>
              <a:t>"ידוע, כי היא מן המצוות שהשכל מחייב אותן"</a:t>
            </a:r>
          </a:p>
        </p:txBody>
      </p:sp>
      <p:sp>
        <p:nvSpPr>
          <p:cNvPr id="5" name="תיבת טקסט 4">
            <a:extLst>
              <a:ext uri="{FF2B5EF4-FFF2-40B4-BE49-F238E27FC236}">
                <a16:creationId xmlns:a16="http://schemas.microsoft.com/office/drawing/2014/main" id="{AD08F2FC-7D5D-4766-BD0A-DCF52709B347}"/>
              </a:ext>
            </a:extLst>
          </p:cNvPr>
          <p:cNvSpPr txBox="1"/>
          <p:nvPr/>
        </p:nvSpPr>
        <p:spPr>
          <a:xfrm>
            <a:off x="8601302" y="3091543"/>
            <a:ext cx="2754676" cy="369332"/>
          </a:xfrm>
          <a:prstGeom prst="rect">
            <a:avLst/>
          </a:prstGeom>
          <a:noFill/>
        </p:spPr>
        <p:txBody>
          <a:bodyPr wrap="square" rtlCol="1">
            <a:spAutoFit/>
          </a:bodyPr>
          <a:lstStyle/>
          <a:p>
            <a:r>
              <a:rPr lang="he-IL" dirty="0">
                <a:latin typeface="Guttman Yad-Brush" panose="02010401010101010101" pitchFamily="2" charset="-79"/>
                <a:cs typeface="Guttman Yad-Brush" panose="02010401010101010101" pitchFamily="2" charset="-79"/>
              </a:rPr>
              <a:t>לשון בעל ספר החינוך:</a:t>
            </a:r>
          </a:p>
        </p:txBody>
      </p:sp>
      <p:sp>
        <p:nvSpPr>
          <p:cNvPr id="6" name="תיבת טקסט 5">
            <a:extLst>
              <a:ext uri="{FF2B5EF4-FFF2-40B4-BE49-F238E27FC236}">
                <a16:creationId xmlns:a16="http://schemas.microsoft.com/office/drawing/2014/main" id="{4AC74266-3694-4BF3-9FD9-29E3DE1E4AC9}"/>
              </a:ext>
            </a:extLst>
          </p:cNvPr>
          <p:cNvSpPr txBox="1"/>
          <p:nvPr/>
        </p:nvSpPr>
        <p:spPr>
          <a:xfrm>
            <a:off x="914402" y="4572002"/>
            <a:ext cx="10626316" cy="646331"/>
          </a:xfrm>
          <a:prstGeom prst="rect">
            <a:avLst/>
          </a:prstGeom>
          <a:noFill/>
        </p:spPr>
        <p:txBody>
          <a:bodyPr wrap="square" rtlCol="1">
            <a:spAutoFit/>
          </a:bodyPr>
          <a:lstStyle/>
          <a:p>
            <a:pPr algn="ctr"/>
            <a:r>
              <a:rPr lang="he-IL" dirty="0"/>
              <a:t>כל מילה מיותרת, הדברים אמורים להיות ברורים לכל בר דעת!!!</a:t>
            </a:r>
          </a:p>
          <a:p>
            <a:pPr algn="ctr"/>
            <a:r>
              <a:rPr lang="he-IL" dirty="0"/>
              <a:t>אין לקחת את כספו של האחר ללא רשותו</a:t>
            </a:r>
          </a:p>
        </p:txBody>
      </p:sp>
    </p:spTree>
    <p:extLst>
      <p:ext uri="{BB962C8B-B14F-4D97-AF65-F5344CB8AC3E}">
        <p14:creationId xmlns:p14="http://schemas.microsoft.com/office/powerpoint/2010/main" val="1066343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additive="base">
                                        <p:cTn id="25" dur="500" fill="hold"/>
                                        <p:tgtEl>
                                          <p:spTgt spid="6"/>
                                        </p:tgtEl>
                                        <p:attrNameLst>
                                          <p:attrName>ppt_x</p:attrName>
                                        </p:attrNameLst>
                                      </p:cBhvr>
                                      <p:tavLst>
                                        <p:tav tm="0">
                                          <p:val>
                                            <p:strVal val="#ppt_x"/>
                                          </p:val>
                                        </p:tav>
                                        <p:tav tm="100000">
                                          <p:val>
                                            <p:strVal val="#ppt_x"/>
                                          </p:val>
                                        </p:tav>
                                      </p:tavLst>
                                    </p:anim>
                                    <p:anim calcmode="lin" valueType="num">
                                      <p:cBhvr additive="base">
                                        <p:cTn id="26"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5" grpId="0"/>
      <p:bldP spid="6"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59C2C63-D709-4949-9465-29A52CBEDD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0EFD2038-15D6-4003-8350-AFEC394EEF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91920" y="1399880"/>
            <a:ext cx="7808159" cy="4103960"/>
          </a:xfrm>
          <a:prstGeom prst="rect">
            <a:avLst/>
          </a:prstGeom>
          <a:solidFill>
            <a:schemeClr val="tx2">
              <a:lumMod val="90000"/>
              <a:lumOff val="10000"/>
            </a:schemeClr>
          </a:solidFill>
          <a:ln>
            <a:noFill/>
          </a:ln>
          <a:effectLst>
            <a:outerShdw blurRad="114300" dist="127000" dir="5400000" sx="99000" sy="99000" algn="t" rotWithShape="0">
              <a:prstClr val="black">
                <a:alpha val="40000"/>
              </a:prstClr>
            </a:outerShdw>
          </a:effectLst>
          <a:scene3d>
            <a:camera prst="orthographicFront"/>
            <a:lightRig rig="twoPt" dir="t"/>
          </a:scene3d>
          <a:sp3d contourW="6350">
            <a:bevelT w="12700" h="0" prst="coolSlant"/>
            <a:contourClr>
              <a:schemeClr val="tx2">
                <a:lumMod val="75000"/>
                <a:lumOff val="25000"/>
              </a:schemeClr>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CF519C2-F6BE-41BE-A50E-54B98359C9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28332" y="1540931"/>
            <a:ext cx="7543802" cy="3835401"/>
          </a:xfrm>
          <a:prstGeom prst="rect">
            <a:avLst/>
          </a:prstGeom>
          <a:noFill/>
          <a:ln w="15875">
            <a:solidFill>
              <a:schemeClr val="accent1"/>
            </a:solidFill>
            <a:miter lim="800000"/>
          </a:ln>
        </p:spPr>
        <p:style>
          <a:lnRef idx="1">
            <a:schemeClr val="accent1"/>
          </a:lnRef>
          <a:fillRef idx="3">
            <a:schemeClr val="accent1"/>
          </a:fillRef>
          <a:effectRef idx="2">
            <a:schemeClr val="accent1"/>
          </a:effectRef>
          <a:fontRef idx="minor">
            <a:schemeClr val="lt1"/>
          </a:fontRef>
        </p:style>
        <p:txBody>
          <a:bodyPr/>
          <a:lstStyle/>
          <a:p>
            <a:endParaRPr lang="he-IL"/>
          </a:p>
        </p:txBody>
      </p:sp>
      <p:grpSp>
        <p:nvGrpSpPr>
          <p:cNvPr id="15" name="Group 14">
            <a:extLst>
              <a:ext uri="{FF2B5EF4-FFF2-40B4-BE49-F238E27FC236}">
                <a16:creationId xmlns:a16="http://schemas.microsoft.com/office/drawing/2014/main" id="{7767AD93-AD3E-4C62-97D5-E54E14B2EAD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123631"/>
            <a:ext cx="12231160" cy="659658"/>
            <a:chOff x="-16934" y="3123631"/>
            <a:chExt cx="12231160" cy="659658"/>
          </a:xfrm>
        </p:grpSpPr>
        <p:sp>
          <p:nvSpPr>
            <p:cNvPr id="16" name="Rounded Rectangle 17">
              <a:extLst>
                <a:ext uri="{FF2B5EF4-FFF2-40B4-BE49-F238E27FC236}">
                  <a16:creationId xmlns:a16="http://schemas.microsoft.com/office/drawing/2014/main" id="{AA443E8D-EC07-4B8F-B370-2A1153F350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430976" y="3123631"/>
              <a:ext cx="45720" cy="658368"/>
            </a:xfrm>
            <a:prstGeom prst="roundRect">
              <a:avLst>
                <a:gd name="adj" fmla="val 50000"/>
              </a:avLst>
            </a:prstGeom>
            <a:solidFill>
              <a:schemeClr val="tx2">
                <a:alpha val="55000"/>
              </a:schemeClr>
            </a:solidFill>
            <a:ln w="9525">
              <a:noFill/>
            </a:ln>
            <a:effectLst>
              <a:innerShdw blurRad="114300">
                <a:prstClr val="black">
                  <a:alpha val="48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16">
              <a:extLst>
                <a:ext uri="{FF2B5EF4-FFF2-40B4-BE49-F238E27FC236}">
                  <a16:creationId xmlns:a16="http://schemas.microsoft.com/office/drawing/2014/main" id="{841F0AA1-D12D-4FDB-BF66-D9398ED9303A}"/>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a:stretch/>
          </p:blipFill>
          <p:spPr>
            <a:xfrm>
              <a:off x="-16934" y="3145536"/>
              <a:ext cx="2478024" cy="612648"/>
            </a:xfrm>
            <a:prstGeom prst="rect">
              <a:avLst/>
            </a:prstGeom>
          </p:spPr>
        </p:pic>
        <p:sp>
          <p:nvSpPr>
            <p:cNvPr id="18" name="Rounded Rectangle 20">
              <a:extLst>
                <a:ext uri="{FF2B5EF4-FFF2-40B4-BE49-F238E27FC236}">
                  <a16:creationId xmlns:a16="http://schemas.microsoft.com/office/drawing/2014/main" id="{E2B949DE-0178-4942-80DE-811C1AA4FC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17803" y="3124921"/>
              <a:ext cx="45720" cy="658368"/>
            </a:xfrm>
            <a:prstGeom prst="roundRect">
              <a:avLst>
                <a:gd name="adj" fmla="val 50000"/>
              </a:avLst>
            </a:prstGeom>
            <a:solidFill>
              <a:schemeClr val="tx2">
                <a:alpha val="55000"/>
              </a:schemeClr>
            </a:solidFill>
            <a:ln w="9525">
              <a:noFill/>
            </a:ln>
            <a:effectLst>
              <a:innerShdw blurRad="114300">
                <a:prstClr val="black">
                  <a:alpha val="48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a:extLst>
                <a:ext uri="{FF2B5EF4-FFF2-40B4-BE49-F238E27FC236}">
                  <a16:creationId xmlns:a16="http://schemas.microsoft.com/office/drawing/2014/main" id="{284AA86D-EAE1-4E3F-A54C-7F1E390B6DF5}"/>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a:stretch/>
          </p:blipFill>
          <p:spPr>
            <a:xfrm>
              <a:off x="9736202" y="3145536"/>
              <a:ext cx="2478024" cy="612648"/>
            </a:xfrm>
            <a:prstGeom prst="rect">
              <a:avLst/>
            </a:prstGeom>
          </p:spPr>
        </p:pic>
      </p:grpSp>
      <p:sp>
        <p:nvSpPr>
          <p:cNvPr id="2" name="כותרת 1">
            <a:extLst>
              <a:ext uri="{FF2B5EF4-FFF2-40B4-BE49-F238E27FC236}">
                <a16:creationId xmlns:a16="http://schemas.microsoft.com/office/drawing/2014/main" id="{850345F1-5545-43BB-A9FD-76A9583A0305}"/>
              </a:ext>
            </a:extLst>
          </p:cNvPr>
          <p:cNvSpPr>
            <a:spLocks noGrp="1"/>
          </p:cNvSpPr>
          <p:nvPr>
            <p:ph type="ctrTitle"/>
          </p:nvPr>
        </p:nvSpPr>
        <p:spPr>
          <a:xfrm>
            <a:off x="2692398" y="1871131"/>
            <a:ext cx="6815669" cy="1515533"/>
          </a:xfrm>
        </p:spPr>
        <p:txBody>
          <a:bodyPr>
            <a:normAutofit/>
          </a:bodyPr>
          <a:lstStyle/>
          <a:p>
            <a:pPr>
              <a:lnSpc>
                <a:spcPct val="90000"/>
              </a:lnSpc>
            </a:pPr>
            <a:r>
              <a:rPr lang="he-IL" sz="5000">
                <a:solidFill>
                  <a:schemeClr val="bg1"/>
                </a:solidFill>
              </a:rPr>
              <a:t>מצווה רכ"ח</a:t>
            </a:r>
            <a:br>
              <a:rPr lang="en-US" sz="5000">
                <a:solidFill>
                  <a:schemeClr val="bg1"/>
                </a:solidFill>
              </a:rPr>
            </a:br>
            <a:r>
              <a:rPr lang="he-IL" sz="5000">
                <a:solidFill>
                  <a:schemeClr val="bg1"/>
                </a:solidFill>
              </a:rPr>
              <a:t> שלא לעשוק שכר שכיר</a:t>
            </a:r>
          </a:p>
        </p:txBody>
      </p:sp>
      <p:sp>
        <p:nvSpPr>
          <p:cNvPr id="3" name="כותרת משנה 2">
            <a:extLst>
              <a:ext uri="{FF2B5EF4-FFF2-40B4-BE49-F238E27FC236}">
                <a16:creationId xmlns:a16="http://schemas.microsoft.com/office/drawing/2014/main" id="{7A548F6D-337B-48A2-B9D0-85D5827D5FD9}"/>
              </a:ext>
            </a:extLst>
          </p:cNvPr>
          <p:cNvSpPr>
            <a:spLocks noGrp="1"/>
          </p:cNvSpPr>
          <p:nvPr>
            <p:ph type="subTitle" idx="1"/>
          </p:nvPr>
        </p:nvSpPr>
        <p:spPr>
          <a:xfrm>
            <a:off x="2692398" y="3657597"/>
            <a:ext cx="6815669" cy="1320802"/>
          </a:xfrm>
        </p:spPr>
        <p:txBody>
          <a:bodyPr anchor="ctr">
            <a:normAutofit/>
          </a:bodyPr>
          <a:lstStyle/>
          <a:p>
            <a:r>
              <a:rPr lang="he" sz="2800" dirty="0">
                <a:solidFill>
                  <a:schemeClr val="bg1"/>
                </a:solidFill>
              </a:rPr>
              <a:t>חלק ב</a:t>
            </a:r>
            <a:r>
              <a:rPr lang="en-US" sz="2800" dirty="0">
                <a:solidFill>
                  <a:schemeClr val="bg1"/>
                </a:solidFill>
              </a:rPr>
              <a:t>'</a:t>
            </a:r>
            <a:r>
              <a:rPr lang="he" sz="2800" dirty="0">
                <a:solidFill>
                  <a:schemeClr val="bg1"/>
                </a:solidFill>
              </a:rPr>
              <a:t> </a:t>
            </a:r>
            <a:endParaRPr lang="he-IL" sz="2800" dirty="0">
              <a:solidFill>
                <a:schemeClr val="bg1"/>
              </a:solidFill>
            </a:endParaRPr>
          </a:p>
        </p:txBody>
      </p:sp>
      <p:cxnSp>
        <p:nvCxnSpPr>
          <p:cNvPr id="21" name="Straight Connector 20">
            <a:extLst>
              <a:ext uri="{FF2B5EF4-FFF2-40B4-BE49-F238E27FC236}">
                <a16:creationId xmlns:a16="http://schemas.microsoft.com/office/drawing/2014/main" id="{0772CE55-4C36-44F1-A9BD-379BEB84317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692399" y="3522131"/>
            <a:ext cx="6815668" cy="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sp>
        <p:nvSpPr>
          <p:cNvPr id="4" name="מציין מיקום של כותרת תחתונה 3">
            <a:extLst>
              <a:ext uri="{FF2B5EF4-FFF2-40B4-BE49-F238E27FC236}">
                <a16:creationId xmlns:a16="http://schemas.microsoft.com/office/drawing/2014/main" id="{6069DA26-4227-41A0-A82E-29EEF2F41442}"/>
              </a:ext>
            </a:extLst>
          </p:cNvPr>
          <p:cNvSpPr>
            <a:spLocks noGrp="1"/>
          </p:cNvSpPr>
          <p:nvPr>
            <p:ph type="ftr" sz="quarter" idx="11"/>
          </p:nvPr>
        </p:nvSpPr>
        <p:spPr>
          <a:xfrm>
            <a:off x="2692397" y="5037663"/>
            <a:ext cx="5214635" cy="279400"/>
          </a:xfrm>
        </p:spPr>
        <p:txBody>
          <a:bodyPr>
            <a:normAutofit/>
          </a:bodyPr>
          <a:lstStyle/>
          <a:p>
            <a:pPr>
              <a:spcAft>
                <a:spcPts val="600"/>
              </a:spcAft>
            </a:pPr>
            <a:r>
              <a:rPr lang="he-IL">
                <a:solidFill>
                  <a:schemeClr val="bg1"/>
                </a:solidFill>
              </a:rPr>
              <a:t>לקט מצוות מספר החינוך</a:t>
            </a:r>
          </a:p>
        </p:txBody>
      </p:sp>
    </p:spTree>
    <p:extLst>
      <p:ext uri="{BB962C8B-B14F-4D97-AF65-F5344CB8AC3E}">
        <p14:creationId xmlns:p14="http://schemas.microsoft.com/office/powerpoint/2010/main" val="415937352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80009183-7FF9-4199-996B-485D2B122D1D}"/>
              </a:ext>
            </a:extLst>
          </p:cNvPr>
          <p:cNvSpPr>
            <a:spLocks noGrp="1"/>
          </p:cNvSpPr>
          <p:nvPr>
            <p:ph type="title"/>
          </p:nvPr>
        </p:nvSpPr>
        <p:spPr/>
        <p:txBody>
          <a:bodyPr>
            <a:normAutofit/>
          </a:bodyPr>
          <a:lstStyle/>
          <a:p>
            <a:r>
              <a:rPr lang="he-IL" dirty="0"/>
              <a:t>סיום אופייני ל "בעל ספר החינוך"</a:t>
            </a:r>
          </a:p>
        </p:txBody>
      </p:sp>
      <p:sp>
        <p:nvSpPr>
          <p:cNvPr id="3" name="מציין מיקום של כותרת תחתונה 2">
            <a:extLst>
              <a:ext uri="{FF2B5EF4-FFF2-40B4-BE49-F238E27FC236}">
                <a16:creationId xmlns:a16="http://schemas.microsoft.com/office/drawing/2014/main" id="{444B638D-A383-41D1-A6FA-F4453A9B4255}"/>
              </a:ext>
            </a:extLst>
          </p:cNvPr>
          <p:cNvSpPr>
            <a:spLocks noGrp="1"/>
          </p:cNvSpPr>
          <p:nvPr>
            <p:ph type="ftr" sz="quarter" idx="11"/>
          </p:nvPr>
        </p:nvSpPr>
        <p:spPr/>
        <p:txBody>
          <a:bodyPr/>
          <a:lstStyle/>
          <a:p>
            <a:r>
              <a:rPr lang="he-IL"/>
              <a:t>לקט מצוות מספר החינוך</a:t>
            </a:r>
          </a:p>
        </p:txBody>
      </p:sp>
      <p:sp>
        <p:nvSpPr>
          <p:cNvPr id="4" name="תיבת טקסט 3">
            <a:extLst>
              <a:ext uri="{FF2B5EF4-FFF2-40B4-BE49-F238E27FC236}">
                <a16:creationId xmlns:a16="http://schemas.microsoft.com/office/drawing/2014/main" id="{0DDA4B70-0754-4883-8EC4-2DF2459188E7}"/>
              </a:ext>
            </a:extLst>
          </p:cNvPr>
          <p:cNvSpPr txBox="1"/>
          <p:nvPr/>
        </p:nvSpPr>
        <p:spPr>
          <a:xfrm>
            <a:off x="6984274" y="3021874"/>
            <a:ext cx="4032069" cy="369332"/>
          </a:xfrm>
          <a:prstGeom prst="rect">
            <a:avLst/>
          </a:prstGeom>
          <a:noFill/>
        </p:spPr>
        <p:txBody>
          <a:bodyPr wrap="square" rtlCol="1">
            <a:spAutoFit/>
          </a:bodyPr>
          <a:lstStyle/>
          <a:p>
            <a:r>
              <a:rPr lang="he-IL" dirty="0"/>
              <a:t>בכל מקום- </a:t>
            </a:r>
            <a:r>
              <a:rPr lang="he-IL" dirty="0">
                <a:latin typeface="Guttman Yad-Brush" panose="02010401010101010101" pitchFamily="2" charset="-79"/>
                <a:cs typeface="Guttman Yad-Brush" panose="02010401010101010101" pitchFamily="2" charset="-79"/>
              </a:rPr>
              <a:t>בארץ ישראל, ובחו"ל</a:t>
            </a:r>
          </a:p>
        </p:txBody>
      </p:sp>
      <p:sp>
        <p:nvSpPr>
          <p:cNvPr id="5" name="תיבת טקסט 4">
            <a:extLst>
              <a:ext uri="{FF2B5EF4-FFF2-40B4-BE49-F238E27FC236}">
                <a16:creationId xmlns:a16="http://schemas.microsoft.com/office/drawing/2014/main" id="{4DAB87F5-E68A-4E7D-B14D-04E52795F777}"/>
              </a:ext>
            </a:extLst>
          </p:cNvPr>
          <p:cNvSpPr txBox="1"/>
          <p:nvPr/>
        </p:nvSpPr>
        <p:spPr>
          <a:xfrm>
            <a:off x="3988526" y="3390230"/>
            <a:ext cx="6479177" cy="369332"/>
          </a:xfrm>
          <a:prstGeom prst="rect">
            <a:avLst/>
          </a:prstGeom>
          <a:noFill/>
        </p:spPr>
        <p:txBody>
          <a:bodyPr wrap="square" rtlCol="1">
            <a:spAutoFit/>
          </a:bodyPr>
          <a:lstStyle/>
          <a:p>
            <a:r>
              <a:rPr lang="he-IL" dirty="0"/>
              <a:t>בכל זמן- </a:t>
            </a:r>
            <a:r>
              <a:rPr lang="he-IL" dirty="0">
                <a:latin typeface="Guttman Yad-Brush" panose="02010401010101010101" pitchFamily="2" charset="-79"/>
                <a:cs typeface="Guttman Yad-Brush" panose="02010401010101010101" pitchFamily="2" charset="-79"/>
              </a:rPr>
              <a:t>בזמן שיש בית מקדש, וכשאין בית מקדש  </a:t>
            </a:r>
          </a:p>
        </p:txBody>
      </p:sp>
      <p:sp>
        <p:nvSpPr>
          <p:cNvPr id="6" name="תיבת טקסט 5">
            <a:extLst>
              <a:ext uri="{FF2B5EF4-FFF2-40B4-BE49-F238E27FC236}">
                <a16:creationId xmlns:a16="http://schemas.microsoft.com/office/drawing/2014/main" id="{21F9CAF6-2E8F-4171-9391-D01C7904834E}"/>
              </a:ext>
            </a:extLst>
          </p:cNvPr>
          <p:cNvSpPr txBox="1"/>
          <p:nvPr/>
        </p:nvSpPr>
        <p:spPr>
          <a:xfrm>
            <a:off x="2560321" y="3953691"/>
            <a:ext cx="6696890" cy="369332"/>
          </a:xfrm>
          <a:prstGeom prst="rect">
            <a:avLst/>
          </a:prstGeom>
          <a:noFill/>
        </p:spPr>
        <p:txBody>
          <a:bodyPr wrap="square" rtlCol="1">
            <a:spAutoFit/>
          </a:bodyPr>
          <a:lstStyle/>
          <a:p>
            <a:r>
              <a:rPr lang="he-IL" dirty="0"/>
              <a:t>מי חייב? </a:t>
            </a:r>
            <a:r>
              <a:rPr lang="he-IL" dirty="0">
                <a:latin typeface="Guttman Yad-Brush" panose="02010401010101010101" pitchFamily="2" charset="-79"/>
                <a:cs typeface="Guttman Yad-Brush" panose="02010401010101010101" pitchFamily="2" charset="-79"/>
              </a:rPr>
              <a:t>גברים ונשים (זו אינה מצוות עשה שהזמן </a:t>
            </a:r>
            <a:r>
              <a:rPr lang="he-IL" dirty="0" err="1">
                <a:latin typeface="Guttman Yad-Brush" panose="02010401010101010101" pitchFamily="2" charset="-79"/>
                <a:cs typeface="Guttman Yad-Brush" panose="02010401010101010101" pitchFamily="2" charset="-79"/>
              </a:rPr>
              <a:t>גרמא</a:t>
            </a:r>
            <a:r>
              <a:rPr lang="he-IL" dirty="0">
                <a:latin typeface="Guttman Yad-Brush" panose="02010401010101010101" pitchFamily="2" charset="-79"/>
                <a:cs typeface="Guttman Yad-Brush" panose="02010401010101010101" pitchFamily="2" charset="-79"/>
              </a:rPr>
              <a:t>)</a:t>
            </a:r>
          </a:p>
        </p:txBody>
      </p:sp>
    </p:spTree>
    <p:extLst>
      <p:ext uri="{BB962C8B-B14F-4D97-AF65-F5344CB8AC3E}">
        <p14:creationId xmlns:p14="http://schemas.microsoft.com/office/powerpoint/2010/main" val="3534075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 calcmode="lin" valueType="num">
                                      <p:cBhvr>
                                        <p:cTn id="9" dur="1000" fill="hold"/>
                                        <p:tgtEl>
                                          <p:spTgt spid="2"/>
                                        </p:tgtEl>
                                        <p:attrNameLst>
                                          <p:attrName>style.rotation</p:attrName>
                                        </p:attrNameLst>
                                      </p:cBhvr>
                                      <p:tavLst>
                                        <p:tav tm="0">
                                          <p:val>
                                            <p:fltVal val="90"/>
                                          </p:val>
                                        </p:tav>
                                        <p:tav tm="100000">
                                          <p:val>
                                            <p:fltVal val="0"/>
                                          </p:val>
                                        </p:tav>
                                      </p:tavLst>
                                    </p:anim>
                                    <p:animEffect transition="in" filter="fade">
                                      <p:cBhvr>
                                        <p:cTn id="10" dur="10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additive="base">
                                        <p:cTn id="15" dur="500" fill="hold"/>
                                        <p:tgtEl>
                                          <p:spTgt spid="4"/>
                                        </p:tgtEl>
                                        <p:attrNameLst>
                                          <p:attrName>ppt_x</p:attrName>
                                        </p:attrNameLst>
                                      </p:cBhvr>
                                      <p:tavLst>
                                        <p:tav tm="0">
                                          <p:val>
                                            <p:strVal val="#ppt_x"/>
                                          </p:val>
                                        </p:tav>
                                        <p:tav tm="100000">
                                          <p:val>
                                            <p:strVal val="#ppt_x"/>
                                          </p:val>
                                        </p:tav>
                                      </p:tavLst>
                                    </p:anim>
                                    <p:anim calcmode="lin" valueType="num">
                                      <p:cBhvr additive="base">
                                        <p:cTn id="1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additive="base">
                                        <p:cTn id="21" dur="500" fill="hold"/>
                                        <p:tgtEl>
                                          <p:spTgt spid="5"/>
                                        </p:tgtEl>
                                        <p:attrNameLst>
                                          <p:attrName>ppt_x</p:attrName>
                                        </p:attrNameLst>
                                      </p:cBhvr>
                                      <p:tavLst>
                                        <p:tav tm="0">
                                          <p:val>
                                            <p:strVal val="#ppt_x"/>
                                          </p:val>
                                        </p:tav>
                                        <p:tav tm="100000">
                                          <p:val>
                                            <p:strVal val="#ppt_x"/>
                                          </p:val>
                                        </p:tav>
                                      </p:tavLst>
                                    </p:anim>
                                    <p:anim calcmode="lin" valueType="num">
                                      <p:cBhvr additive="base">
                                        <p:cTn id="2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500" fill="hold"/>
                                        <p:tgtEl>
                                          <p:spTgt spid="6"/>
                                        </p:tgtEl>
                                        <p:attrNameLst>
                                          <p:attrName>ppt_x</p:attrName>
                                        </p:attrNameLst>
                                      </p:cBhvr>
                                      <p:tavLst>
                                        <p:tav tm="0">
                                          <p:val>
                                            <p:strVal val="#ppt_x"/>
                                          </p:val>
                                        </p:tav>
                                        <p:tav tm="100000">
                                          <p:val>
                                            <p:strVal val="#ppt_x"/>
                                          </p:val>
                                        </p:tav>
                                      </p:tavLst>
                                    </p:anim>
                                    <p:anim calcmode="lin" valueType="num">
                                      <p:cBhvr additive="base">
                                        <p:cTn id="2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5" grpId="0"/>
      <p:bldP spid="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D5C3BCAB-F884-4A46-A430-C91D00766BC6}"/>
              </a:ext>
            </a:extLst>
          </p:cNvPr>
          <p:cNvSpPr>
            <a:spLocks noGrp="1"/>
          </p:cNvSpPr>
          <p:nvPr>
            <p:ph type="title"/>
          </p:nvPr>
        </p:nvSpPr>
        <p:spPr/>
        <p:txBody>
          <a:bodyPr/>
          <a:lstStyle/>
          <a:p>
            <a:r>
              <a:rPr lang="he-IL" dirty="0"/>
              <a:t>"לאו הניתק לעשה"</a:t>
            </a:r>
          </a:p>
        </p:txBody>
      </p:sp>
      <p:sp>
        <p:nvSpPr>
          <p:cNvPr id="3" name="מציין מיקום של כותרת תחתונה 2">
            <a:extLst>
              <a:ext uri="{FF2B5EF4-FFF2-40B4-BE49-F238E27FC236}">
                <a16:creationId xmlns:a16="http://schemas.microsoft.com/office/drawing/2014/main" id="{FA8CBD79-F35D-4FC4-A13F-0E29D261B1C1}"/>
              </a:ext>
            </a:extLst>
          </p:cNvPr>
          <p:cNvSpPr>
            <a:spLocks noGrp="1"/>
          </p:cNvSpPr>
          <p:nvPr>
            <p:ph type="ftr" sz="quarter" idx="11"/>
          </p:nvPr>
        </p:nvSpPr>
        <p:spPr/>
        <p:txBody>
          <a:bodyPr/>
          <a:lstStyle/>
          <a:p>
            <a:r>
              <a:rPr lang="he-IL"/>
              <a:t>לקט מצוות מספר החינוך</a:t>
            </a:r>
          </a:p>
        </p:txBody>
      </p:sp>
      <p:sp>
        <p:nvSpPr>
          <p:cNvPr id="5" name="תיבת טקסט 4">
            <a:extLst>
              <a:ext uri="{FF2B5EF4-FFF2-40B4-BE49-F238E27FC236}">
                <a16:creationId xmlns:a16="http://schemas.microsoft.com/office/drawing/2014/main" id="{DAAA6F77-3E90-4C68-AEB3-DA5E4D95D5F0}"/>
              </a:ext>
            </a:extLst>
          </p:cNvPr>
          <p:cNvSpPr txBox="1"/>
          <p:nvPr/>
        </p:nvSpPr>
        <p:spPr>
          <a:xfrm>
            <a:off x="3062796" y="2880508"/>
            <a:ext cx="6968971" cy="369332"/>
          </a:xfrm>
          <a:prstGeom prst="rect">
            <a:avLst/>
          </a:prstGeom>
          <a:noFill/>
        </p:spPr>
        <p:txBody>
          <a:bodyPr wrap="square" rtlCol="1">
            <a:spAutoFit/>
          </a:bodyPr>
          <a:lstStyle/>
          <a:p>
            <a:r>
              <a:rPr lang="he-IL" dirty="0"/>
              <a:t>הגדרת המושג- </a:t>
            </a:r>
            <a:r>
              <a:rPr lang="he-IL" b="1" u="sng" dirty="0">
                <a:latin typeface="Guttman Yad-Brush" panose="02010401010101010101" pitchFamily="2" charset="-79"/>
                <a:cs typeface="Guttman Yad-Brush" panose="02010401010101010101" pitchFamily="2" charset="-79"/>
              </a:rPr>
              <a:t>לאו</a:t>
            </a:r>
            <a:r>
              <a:rPr lang="he-IL" dirty="0">
                <a:latin typeface="Guttman Yad-Brush" panose="02010401010101010101" pitchFamily="2" charset="-79"/>
                <a:cs typeface="Guttman Yad-Brush" panose="02010401010101010101" pitchFamily="2" charset="-79"/>
              </a:rPr>
              <a:t> שהעובר עליו מתחייב ב</a:t>
            </a:r>
            <a:r>
              <a:rPr lang="he-IL" b="1" u="sng" dirty="0">
                <a:latin typeface="Guttman Yad-Brush" panose="02010401010101010101" pitchFamily="2" charset="-79"/>
                <a:cs typeface="Guttman Yad-Brush" panose="02010401010101010101" pitchFamily="2" charset="-79"/>
              </a:rPr>
              <a:t>עשה</a:t>
            </a:r>
            <a:r>
              <a:rPr lang="he-IL" dirty="0">
                <a:latin typeface="Guttman Yad-Brush" panose="02010401010101010101" pitchFamily="2" charset="-79"/>
                <a:cs typeface="Guttman Yad-Brush" panose="02010401010101010101" pitchFamily="2" charset="-79"/>
              </a:rPr>
              <a:t> על מנת לתקנו. </a:t>
            </a:r>
          </a:p>
        </p:txBody>
      </p:sp>
    </p:spTree>
    <p:extLst>
      <p:ext uri="{BB962C8B-B14F-4D97-AF65-F5344CB8AC3E}">
        <p14:creationId xmlns:p14="http://schemas.microsoft.com/office/powerpoint/2010/main" val="32697682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כותרת תחתונה 1">
            <a:extLst>
              <a:ext uri="{FF2B5EF4-FFF2-40B4-BE49-F238E27FC236}">
                <a16:creationId xmlns:a16="http://schemas.microsoft.com/office/drawing/2014/main" id="{C9399882-C94C-4B39-8ED5-1AC69060AE1C}"/>
              </a:ext>
            </a:extLst>
          </p:cNvPr>
          <p:cNvSpPr>
            <a:spLocks noGrp="1"/>
          </p:cNvSpPr>
          <p:nvPr>
            <p:ph type="ftr" sz="quarter" idx="11"/>
          </p:nvPr>
        </p:nvSpPr>
        <p:spPr/>
        <p:txBody>
          <a:bodyPr/>
          <a:lstStyle/>
          <a:p>
            <a:r>
              <a:rPr lang="he-IL"/>
              <a:t>לקט מצוות מספר החינוך</a:t>
            </a:r>
          </a:p>
        </p:txBody>
      </p:sp>
      <p:sp>
        <p:nvSpPr>
          <p:cNvPr id="4" name="תיבת טקסט 3">
            <a:extLst>
              <a:ext uri="{FF2B5EF4-FFF2-40B4-BE49-F238E27FC236}">
                <a16:creationId xmlns:a16="http://schemas.microsoft.com/office/drawing/2014/main" id="{70B59B6C-C839-4272-A5CB-85E018E0B1D8}"/>
              </a:ext>
            </a:extLst>
          </p:cNvPr>
          <p:cNvSpPr txBox="1"/>
          <p:nvPr/>
        </p:nvSpPr>
        <p:spPr>
          <a:xfrm>
            <a:off x="2542903" y="2143592"/>
            <a:ext cx="7680960" cy="369332"/>
          </a:xfrm>
          <a:prstGeom prst="rect">
            <a:avLst/>
          </a:prstGeom>
          <a:noFill/>
        </p:spPr>
        <p:txBody>
          <a:bodyPr wrap="square" rtlCol="1">
            <a:spAutoFit/>
          </a:bodyPr>
          <a:lstStyle/>
          <a:p>
            <a:pPr algn="r"/>
            <a:r>
              <a:rPr lang="he-IL" dirty="0">
                <a:latin typeface="Guttman Stam" panose="02010401010101010101" pitchFamily="2" charset="-79"/>
                <a:cs typeface="Guttman Stam" panose="02010401010101010101" pitchFamily="2" charset="-79"/>
              </a:rPr>
              <a:t>"לא תוציא מן הבית מן הבשר חוצה" (שמות </a:t>
            </a:r>
            <a:r>
              <a:rPr lang="he-IL" dirty="0" err="1">
                <a:latin typeface="Guttman Stam" panose="02010401010101010101" pitchFamily="2" charset="-79"/>
                <a:cs typeface="Guttman Stam" panose="02010401010101010101" pitchFamily="2" charset="-79"/>
              </a:rPr>
              <a:t>יב</a:t>
            </a:r>
            <a:r>
              <a:rPr lang="he-IL" dirty="0">
                <a:latin typeface="Guttman Stam" panose="02010401010101010101" pitchFamily="2" charset="-79"/>
                <a:cs typeface="Guttman Stam" panose="02010401010101010101" pitchFamily="2" charset="-79"/>
              </a:rPr>
              <a:t>, מו)</a:t>
            </a:r>
          </a:p>
        </p:txBody>
      </p:sp>
      <p:sp>
        <p:nvSpPr>
          <p:cNvPr id="5" name="תיבת טקסט 4">
            <a:extLst>
              <a:ext uri="{FF2B5EF4-FFF2-40B4-BE49-F238E27FC236}">
                <a16:creationId xmlns:a16="http://schemas.microsoft.com/office/drawing/2014/main" id="{F6FFB420-2120-43A8-A642-7AFB41D55DB9}"/>
              </a:ext>
            </a:extLst>
          </p:cNvPr>
          <p:cNvSpPr txBox="1"/>
          <p:nvPr/>
        </p:nvSpPr>
        <p:spPr>
          <a:xfrm>
            <a:off x="2368731" y="2512924"/>
            <a:ext cx="7855132" cy="369332"/>
          </a:xfrm>
          <a:prstGeom prst="rect">
            <a:avLst/>
          </a:prstGeom>
          <a:noFill/>
        </p:spPr>
        <p:txBody>
          <a:bodyPr wrap="square" rtlCol="1">
            <a:spAutoFit/>
          </a:bodyPr>
          <a:lstStyle/>
          <a:p>
            <a:pPr algn="r"/>
            <a:r>
              <a:rPr lang="he-IL" dirty="0">
                <a:highlight>
                  <a:srgbClr val="FFFF00"/>
                </a:highlight>
                <a:latin typeface="Guttman Yad-Brush" panose="02010401010101010101" pitchFamily="2" charset="-79"/>
                <a:cs typeface="Guttman Yad-Brush" panose="02010401010101010101" pitchFamily="2" charset="-79"/>
              </a:rPr>
              <a:t>אין מצווה המחייבת את האדם להחזיר את הבשר למקום אכילתו.</a:t>
            </a:r>
          </a:p>
        </p:txBody>
      </p:sp>
      <p:sp>
        <p:nvSpPr>
          <p:cNvPr id="6" name="תיבת טקסט 5">
            <a:extLst>
              <a:ext uri="{FF2B5EF4-FFF2-40B4-BE49-F238E27FC236}">
                <a16:creationId xmlns:a16="http://schemas.microsoft.com/office/drawing/2014/main" id="{9473C7F6-440E-4FDA-9541-546CF2680786}"/>
              </a:ext>
            </a:extLst>
          </p:cNvPr>
          <p:cNvSpPr txBox="1"/>
          <p:nvPr/>
        </p:nvSpPr>
        <p:spPr>
          <a:xfrm>
            <a:off x="3317966" y="1783358"/>
            <a:ext cx="6905897" cy="369332"/>
          </a:xfrm>
          <a:prstGeom prst="rect">
            <a:avLst/>
          </a:prstGeom>
          <a:noFill/>
        </p:spPr>
        <p:txBody>
          <a:bodyPr wrap="square" rtlCol="1">
            <a:spAutoFit/>
          </a:bodyPr>
          <a:lstStyle/>
          <a:p>
            <a:pPr algn="r"/>
            <a:r>
              <a:rPr lang="he-IL" dirty="0">
                <a:latin typeface="Guttman Yad-Brush" panose="02010401010101010101" pitchFamily="2" charset="-79"/>
                <a:cs typeface="Guttman Yad-Brush" panose="02010401010101010101" pitchFamily="2" charset="-79"/>
              </a:rPr>
              <a:t>1. אסור להוציא את בשר קורבן הפסח ממקום אכילתו.</a:t>
            </a:r>
          </a:p>
        </p:txBody>
      </p:sp>
      <p:sp>
        <p:nvSpPr>
          <p:cNvPr id="7" name="תיבת טקסט 6">
            <a:extLst>
              <a:ext uri="{FF2B5EF4-FFF2-40B4-BE49-F238E27FC236}">
                <a16:creationId xmlns:a16="http://schemas.microsoft.com/office/drawing/2014/main" id="{526C2DAE-193E-414C-81DB-6F5C656D9AC7}"/>
              </a:ext>
            </a:extLst>
          </p:cNvPr>
          <p:cNvSpPr txBox="1"/>
          <p:nvPr/>
        </p:nvSpPr>
        <p:spPr>
          <a:xfrm>
            <a:off x="3239589" y="3283242"/>
            <a:ext cx="6984274" cy="369332"/>
          </a:xfrm>
          <a:prstGeom prst="rect">
            <a:avLst/>
          </a:prstGeom>
          <a:noFill/>
        </p:spPr>
        <p:txBody>
          <a:bodyPr wrap="square" rtlCol="1">
            <a:spAutoFit/>
          </a:bodyPr>
          <a:lstStyle/>
          <a:p>
            <a:pPr algn="r"/>
            <a:r>
              <a:rPr lang="he-IL" dirty="0">
                <a:latin typeface="Guttman Yad-Brush" panose="02010401010101010101" pitchFamily="2" charset="-79"/>
                <a:cs typeface="Guttman Yad-Brush" panose="02010401010101010101" pitchFamily="2" charset="-79"/>
              </a:rPr>
              <a:t>2. בשבת אסור להתרחק יותר מהמרחק שקבעה התורה.</a:t>
            </a:r>
          </a:p>
        </p:txBody>
      </p:sp>
      <p:sp>
        <p:nvSpPr>
          <p:cNvPr id="9" name="תיבת טקסט 8">
            <a:extLst>
              <a:ext uri="{FF2B5EF4-FFF2-40B4-BE49-F238E27FC236}">
                <a16:creationId xmlns:a16="http://schemas.microsoft.com/office/drawing/2014/main" id="{F0D3CFD2-0C8A-44FD-BB1B-4AD5FD5DA737}"/>
              </a:ext>
            </a:extLst>
          </p:cNvPr>
          <p:cNvSpPr txBox="1"/>
          <p:nvPr/>
        </p:nvSpPr>
        <p:spPr>
          <a:xfrm>
            <a:off x="4911635" y="3602725"/>
            <a:ext cx="5364480" cy="369332"/>
          </a:xfrm>
          <a:prstGeom prst="rect">
            <a:avLst/>
          </a:prstGeom>
          <a:noFill/>
        </p:spPr>
        <p:txBody>
          <a:bodyPr wrap="square" rtlCol="1">
            <a:spAutoFit/>
          </a:bodyPr>
          <a:lstStyle/>
          <a:p>
            <a:pPr algn="r"/>
            <a:r>
              <a:rPr lang="he-IL" dirty="0">
                <a:latin typeface="Guttman Stam" panose="02010401010101010101" pitchFamily="2" charset="-79"/>
                <a:cs typeface="Guttman Stam" panose="02010401010101010101" pitchFamily="2" charset="-79"/>
              </a:rPr>
              <a:t>"אל יצא איש ממקומו ביום השביעי" (שמות </a:t>
            </a:r>
            <a:r>
              <a:rPr lang="he-IL" dirty="0" err="1">
                <a:latin typeface="Guttman Stam" panose="02010401010101010101" pitchFamily="2" charset="-79"/>
                <a:cs typeface="Guttman Stam" panose="02010401010101010101" pitchFamily="2" charset="-79"/>
              </a:rPr>
              <a:t>טז</a:t>
            </a:r>
            <a:r>
              <a:rPr lang="he-IL" dirty="0">
                <a:latin typeface="Guttman Stam" panose="02010401010101010101" pitchFamily="2" charset="-79"/>
                <a:cs typeface="Guttman Stam" panose="02010401010101010101" pitchFamily="2" charset="-79"/>
              </a:rPr>
              <a:t> </a:t>
            </a:r>
            <a:r>
              <a:rPr lang="he-IL" dirty="0" err="1">
                <a:latin typeface="Guttman Stam" panose="02010401010101010101" pitchFamily="2" charset="-79"/>
                <a:cs typeface="Guttman Stam" panose="02010401010101010101" pitchFamily="2" charset="-79"/>
              </a:rPr>
              <a:t>כט</a:t>
            </a:r>
            <a:r>
              <a:rPr lang="he-IL" dirty="0">
                <a:latin typeface="Guttman Stam" panose="02010401010101010101" pitchFamily="2" charset="-79"/>
                <a:cs typeface="Guttman Stam" panose="02010401010101010101" pitchFamily="2" charset="-79"/>
              </a:rPr>
              <a:t>)</a:t>
            </a:r>
          </a:p>
        </p:txBody>
      </p:sp>
      <p:sp>
        <p:nvSpPr>
          <p:cNvPr id="10" name="תיבת טקסט 9">
            <a:extLst>
              <a:ext uri="{FF2B5EF4-FFF2-40B4-BE49-F238E27FC236}">
                <a16:creationId xmlns:a16="http://schemas.microsoft.com/office/drawing/2014/main" id="{8E6F2214-CAE6-462B-9E78-D2177E487948}"/>
              </a:ext>
            </a:extLst>
          </p:cNvPr>
          <p:cNvSpPr txBox="1"/>
          <p:nvPr/>
        </p:nvSpPr>
        <p:spPr>
          <a:xfrm>
            <a:off x="3675018" y="3972057"/>
            <a:ext cx="6601097" cy="369332"/>
          </a:xfrm>
          <a:prstGeom prst="rect">
            <a:avLst/>
          </a:prstGeom>
          <a:noFill/>
        </p:spPr>
        <p:txBody>
          <a:bodyPr wrap="square" rtlCol="1">
            <a:spAutoFit/>
          </a:bodyPr>
          <a:lstStyle/>
          <a:p>
            <a:pPr algn="r"/>
            <a:r>
              <a:rPr lang="he-IL" dirty="0">
                <a:highlight>
                  <a:srgbClr val="FFFF00"/>
                </a:highlight>
                <a:latin typeface="Guttman Yad-Brush" panose="02010401010101010101" pitchFamily="2" charset="-79"/>
                <a:cs typeface="Guttman Yad-Brush" panose="02010401010101010101" pitchFamily="2" charset="-79"/>
              </a:rPr>
              <a:t>אין מצווה המחייבת אדם שיצא מתחום זה לחזור לביתו.</a:t>
            </a:r>
          </a:p>
        </p:txBody>
      </p:sp>
      <p:sp>
        <p:nvSpPr>
          <p:cNvPr id="11" name="תיבת טקסט 10">
            <a:extLst>
              <a:ext uri="{FF2B5EF4-FFF2-40B4-BE49-F238E27FC236}">
                <a16:creationId xmlns:a16="http://schemas.microsoft.com/office/drawing/2014/main" id="{7A97F9C6-C77A-43DB-8DBC-EE3C54FEAD15}"/>
              </a:ext>
            </a:extLst>
          </p:cNvPr>
          <p:cNvSpPr txBox="1"/>
          <p:nvPr/>
        </p:nvSpPr>
        <p:spPr>
          <a:xfrm>
            <a:off x="609600" y="844731"/>
            <a:ext cx="10972800" cy="369332"/>
          </a:xfrm>
          <a:prstGeom prst="rect">
            <a:avLst/>
          </a:prstGeom>
          <a:noFill/>
        </p:spPr>
        <p:txBody>
          <a:bodyPr wrap="square" rtlCol="1">
            <a:spAutoFit/>
          </a:bodyPr>
          <a:lstStyle/>
          <a:p>
            <a:pPr algn="ctr"/>
            <a:r>
              <a:rPr lang="he-IL" dirty="0"/>
              <a:t>דוגמאות למצוות </a:t>
            </a:r>
            <a:r>
              <a:rPr lang="he-IL" u="sng" dirty="0"/>
              <a:t>שאינן</a:t>
            </a:r>
            <a:r>
              <a:rPr lang="he-IL" dirty="0"/>
              <a:t> בכלל "לאו הניתק לעשה"</a:t>
            </a:r>
          </a:p>
        </p:txBody>
      </p:sp>
      <p:sp>
        <p:nvSpPr>
          <p:cNvPr id="12" name="תיבת טקסט 11">
            <a:extLst>
              <a:ext uri="{FF2B5EF4-FFF2-40B4-BE49-F238E27FC236}">
                <a16:creationId xmlns:a16="http://schemas.microsoft.com/office/drawing/2014/main" id="{EF8CCA3B-A86F-4265-A7B6-5342DCE29D6D}"/>
              </a:ext>
            </a:extLst>
          </p:cNvPr>
          <p:cNvSpPr txBox="1"/>
          <p:nvPr/>
        </p:nvSpPr>
        <p:spPr>
          <a:xfrm>
            <a:off x="609600" y="4793148"/>
            <a:ext cx="10972799" cy="646331"/>
          </a:xfrm>
          <a:prstGeom prst="rect">
            <a:avLst/>
          </a:prstGeom>
          <a:noFill/>
        </p:spPr>
        <p:txBody>
          <a:bodyPr wrap="square" rtlCol="1">
            <a:spAutoFit/>
          </a:bodyPr>
          <a:lstStyle/>
          <a:p>
            <a:pPr algn="ctr"/>
            <a:r>
              <a:rPr lang="he-IL" b="1" dirty="0">
                <a:latin typeface="Guttman Yad-Brush" panose="02010401010101010101" pitchFamily="2" charset="-79"/>
                <a:cs typeface="Guttman Yad-Brush" panose="02010401010101010101" pitchFamily="2" charset="-79"/>
              </a:rPr>
              <a:t>המצוות הללו הן מצוות שמבחינה מעשית ניתן להחזירן לקדמותן, ולתקן אותן, אך התורה לא ציוותה על כך, ולכן האפשרות לא קיימת.</a:t>
            </a:r>
            <a:endParaRPr lang="he-IL" dirty="0">
              <a:latin typeface="Guttman Yad-Brush" panose="02010401010101010101" pitchFamily="2" charset="-79"/>
              <a:cs typeface="Guttman Yad-Brush" panose="02010401010101010101" pitchFamily="2" charset="-79"/>
            </a:endParaRPr>
          </a:p>
        </p:txBody>
      </p:sp>
    </p:spTree>
    <p:extLst>
      <p:ext uri="{BB962C8B-B14F-4D97-AF65-F5344CB8AC3E}">
        <p14:creationId xmlns:p14="http://schemas.microsoft.com/office/powerpoint/2010/main" val="29596847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1000" fill="hold"/>
                                        <p:tgtEl>
                                          <p:spTgt spid="11"/>
                                        </p:tgtEl>
                                        <p:attrNameLst>
                                          <p:attrName>ppt_w</p:attrName>
                                        </p:attrNameLst>
                                      </p:cBhvr>
                                      <p:tavLst>
                                        <p:tav tm="0">
                                          <p:val>
                                            <p:fltVal val="0"/>
                                          </p:val>
                                        </p:tav>
                                        <p:tav tm="100000">
                                          <p:val>
                                            <p:strVal val="#ppt_w"/>
                                          </p:val>
                                        </p:tav>
                                      </p:tavLst>
                                    </p:anim>
                                    <p:anim calcmode="lin" valueType="num">
                                      <p:cBhvr>
                                        <p:cTn id="8" dur="1000" fill="hold"/>
                                        <p:tgtEl>
                                          <p:spTgt spid="11"/>
                                        </p:tgtEl>
                                        <p:attrNameLst>
                                          <p:attrName>ppt_h</p:attrName>
                                        </p:attrNameLst>
                                      </p:cBhvr>
                                      <p:tavLst>
                                        <p:tav tm="0">
                                          <p:val>
                                            <p:fltVal val="0"/>
                                          </p:val>
                                        </p:tav>
                                        <p:tav tm="100000">
                                          <p:val>
                                            <p:strVal val="#ppt_h"/>
                                          </p:val>
                                        </p:tav>
                                      </p:tavLst>
                                    </p:anim>
                                    <p:anim calcmode="lin" valueType="num">
                                      <p:cBhvr>
                                        <p:cTn id="9" dur="1000" fill="hold"/>
                                        <p:tgtEl>
                                          <p:spTgt spid="11"/>
                                        </p:tgtEl>
                                        <p:attrNameLst>
                                          <p:attrName>style.rotation</p:attrName>
                                        </p:attrNameLst>
                                      </p:cBhvr>
                                      <p:tavLst>
                                        <p:tav tm="0">
                                          <p:val>
                                            <p:fltVal val="90"/>
                                          </p:val>
                                        </p:tav>
                                        <p:tav tm="100000">
                                          <p:val>
                                            <p:fltVal val="0"/>
                                          </p:val>
                                        </p:tav>
                                      </p:tavLst>
                                    </p:anim>
                                    <p:animEffect transition="in" filter="fade">
                                      <p:cBhvr>
                                        <p:cTn id="10" dur="10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p:cTn id="15" dur="1000" fill="hold"/>
                                        <p:tgtEl>
                                          <p:spTgt spid="6"/>
                                        </p:tgtEl>
                                        <p:attrNameLst>
                                          <p:attrName>ppt_w</p:attrName>
                                        </p:attrNameLst>
                                      </p:cBhvr>
                                      <p:tavLst>
                                        <p:tav tm="0">
                                          <p:val>
                                            <p:fltVal val="0"/>
                                          </p:val>
                                        </p:tav>
                                        <p:tav tm="100000">
                                          <p:val>
                                            <p:strVal val="#ppt_w"/>
                                          </p:val>
                                        </p:tav>
                                      </p:tavLst>
                                    </p:anim>
                                    <p:anim calcmode="lin" valueType="num">
                                      <p:cBhvr>
                                        <p:cTn id="16" dur="1000" fill="hold"/>
                                        <p:tgtEl>
                                          <p:spTgt spid="6"/>
                                        </p:tgtEl>
                                        <p:attrNameLst>
                                          <p:attrName>ppt_h</p:attrName>
                                        </p:attrNameLst>
                                      </p:cBhvr>
                                      <p:tavLst>
                                        <p:tav tm="0">
                                          <p:val>
                                            <p:fltVal val="0"/>
                                          </p:val>
                                        </p:tav>
                                        <p:tav tm="100000">
                                          <p:val>
                                            <p:strVal val="#ppt_h"/>
                                          </p:val>
                                        </p:tav>
                                      </p:tavLst>
                                    </p:anim>
                                    <p:anim calcmode="lin" valueType="num">
                                      <p:cBhvr>
                                        <p:cTn id="17" dur="1000" fill="hold"/>
                                        <p:tgtEl>
                                          <p:spTgt spid="6"/>
                                        </p:tgtEl>
                                        <p:attrNameLst>
                                          <p:attrName>style.rotation</p:attrName>
                                        </p:attrNameLst>
                                      </p:cBhvr>
                                      <p:tavLst>
                                        <p:tav tm="0">
                                          <p:val>
                                            <p:fltVal val="90"/>
                                          </p:val>
                                        </p:tav>
                                        <p:tav tm="100000">
                                          <p:val>
                                            <p:fltVal val="0"/>
                                          </p:val>
                                        </p:tav>
                                      </p:tavLst>
                                    </p:anim>
                                    <p:animEffect transition="in" filter="fade">
                                      <p:cBhvr>
                                        <p:cTn id="18" dur="10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anim calcmode="lin" valueType="num">
                                      <p:cBhvr>
                                        <p:cTn id="23" dur="1000" fill="hold"/>
                                        <p:tgtEl>
                                          <p:spTgt spid="4"/>
                                        </p:tgtEl>
                                        <p:attrNameLst>
                                          <p:attrName>ppt_w</p:attrName>
                                        </p:attrNameLst>
                                      </p:cBhvr>
                                      <p:tavLst>
                                        <p:tav tm="0">
                                          <p:val>
                                            <p:fltVal val="0"/>
                                          </p:val>
                                        </p:tav>
                                        <p:tav tm="100000">
                                          <p:val>
                                            <p:strVal val="#ppt_w"/>
                                          </p:val>
                                        </p:tav>
                                      </p:tavLst>
                                    </p:anim>
                                    <p:anim calcmode="lin" valueType="num">
                                      <p:cBhvr>
                                        <p:cTn id="24" dur="1000" fill="hold"/>
                                        <p:tgtEl>
                                          <p:spTgt spid="4"/>
                                        </p:tgtEl>
                                        <p:attrNameLst>
                                          <p:attrName>ppt_h</p:attrName>
                                        </p:attrNameLst>
                                      </p:cBhvr>
                                      <p:tavLst>
                                        <p:tav tm="0">
                                          <p:val>
                                            <p:fltVal val="0"/>
                                          </p:val>
                                        </p:tav>
                                        <p:tav tm="100000">
                                          <p:val>
                                            <p:strVal val="#ppt_h"/>
                                          </p:val>
                                        </p:tav>
                                      </p:tavLst>
                                    </p:anim>
                                    <p:anim calcmode="lin" valueType="num">
                                      <p:cBhvr>
                                        <p:cTn id="25" dur="1000" fill="hold"/>
                                        <p:tgtEl>
                                          <p:spTgt spid="4"/>
                                        </p:tgtEl>
                                        <p:attrNameLst>
                                          <p:attrName>style.rotation</p:attrName>
                                        </p:attrNameLst>
                                      </p:cBhvr>
                                      <p:tavLst>
                                        <p:tav tm="0">
                                          <p:val>
                                            <p:fltVal val="90"/>
                                          </p:val>
                                        </p:tav>
                                        <p:tav tm="100000">
                                          <p:val>
                                            <p:fltVal val="0"/>
                                          </p:val>
                                        </p:tav>
                                      </p:tavLst>
                                    </p:anim>
                                    <p:animEffect transition="in" filter="fade">
                                      <p:cBhvr>
                                        <p:cTn id="26" dur="1000"/>
                                        <p:tgtEl>
                                          <p:spTgt spid="4"/>
                                        </p:tgtEl>
                                      </p:cBhvr>
                                    </p:animEffect>
                                  </p:childTnLst>
                                </p:cTn>
                              </p:par>
                            </p:childTnLst>
                          </p:cTn>
                        </p:par>
                      </p:childTnLst>
                    </p:cTn>
                  </p:par>
                  <p:par>
                    <p:cTn id="27" fill="hold">
                      <p:stCondLst>
                        <p:cond delay="indefinite"/>
                      </p:stCondLst>
                      <p:childTnLst>
                        <p:par>
                          <p:cTn id="28" fill="hold">
                            <p:stCondLst>
                              <p:cond delay="0"/>
                            </p:stCondLst>
                            <p:childTnLst>
                              <p:par>
                                <p:cTn id="29" presetID="31" presetClass="entr" presetSubtype="0"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anim calcmode="lin" valueType="num">
                                      <p:cBhvr>
                                        <p:cTn id="31" dur="1000" fill="hold"/>
                                        <p:tgtEl>
                                          <p:spTgt spid="5"/>
                                        </p:tgtEl>
                                        <p:attrNameLst>
                                          <p:attrName>ppt_w</p:attrName>
                                        </p:attrNameLst>
                                      </p:cBhvr>
                                      <p:tavLst>
                                        <p:tav tm="0">
                                          <p:val>
                                            <p:fltVal val="0"/>
                                          </p:val>
                                        </p:tav>
                                        <p:tav tm="100000">
                                          <p:val>
                                            <p:strVal val="#ppt_w"/>
                                          </p:val>
                                        </p:tav>
                                      </p:tavLst>
                                    </p:anim>
                                    <p:anim calcmode="lin" valueType="num">
                                      <p:cBhvr>
                                        <p:cTn id="32" dur="1000" fill="hold"/>
                                        <p:tgtEl>
                                          <p:spTgt spid="5"/>
                                        </p:tgtEl>
                                        <p:attrNameLst>
                                          <p:attrName>ppt_h</p:attrName>
                                        </p:attrNameLst>
                                      </p:cBhvr>
                                      <p:tavLst>
                                        <p:tav tm="0">
                                          <p:val>
                                            <p:fltVal val="0"/>
                                          </p:val>
                                        </p:tav>
                                        <p:tav tm="100000">
                                          <p:val>
                                            <p:strVal val="#ppt_h"/>
                                          </p:val>
                                        </p:tav>
                                      </p:tavLst>
                                    </p:anim>
                                    <p:anim calcmode="lin" valueType="num">
                                      <p:cBhvr>
                                        <p:cTn id="33" dur="1000" fill="hold"/>
                                        <p:tgtEl>
                                          <p:spTgt spid="5"/>
                                        </p:tgtEl>
                                        <p:attrNameLst>
                                          <p:attrName>style.rotation</p:attrName>
                                        </p:attrNameLst>
                                      </p:cBhvr>
                                      <p:tavLst>
                                        <p:tav tm="0">
                                          <p:val>
                                            <p:fltVal val="90"/>
                                          </p:val>
                                        </p:tav>
                                        <p:tav tm="100000">
                                          <p:val>
                                            <p:fltVal val="0"/>
                                          </p:val>
                                        </p:tav>
                                      </p:tavLst>
                                    </p:anim>
                                    <p:animEffect transition="in" filter="fade">
                                      <p:cBhvr>
                                        <p:cTn id="34" dur="1000"/>
                                        <p:tgtEl>
                                          <p:spTgt spid="5"/>
                                        </p:tgtEl>
                                      </p:cBhvr>
                                    </p:animEffect>
                                  </p:childTnLst>
                                </p:cTn>
                              </p:par>
                            </p:childTnLst>
                          </p:cTn>
                        </p:par>
                      </p:childTnLst>
                    </p:cTn>
                  </p:par>
                  <p:par>
                    <p:cTn id="35" fill="hold">
                      <p:stCondLst>
                        <p:cond delay="indefinite"/>
                      </p:stCondLst>
                      <p:childTnLst>
                        <p:par>
                          <p:cTn id="36" fill="hold">
                            <p:stCondLst>
                              <p:cond delay="0"/>
                            </p:stCondLst>
                            <p:childTnLst>
                              <p:par>
                                <p:cTn id="37" presetID="31" presetClass="entr" presetSubtype="0" fill="hold" grpId="0" nodeType="clickEffect">
                                  <p:stCondLst>
                                    <p:cond delay="0"/>
                                  </p:stCondLst>
                                  <p:childTnLst>
                                    <p:set>
                                      <p:cBhvr>
                                        <p:cTn id="38" dur="1" fill="hold">
                                          <p:stCondLst>
                                            <p:cond delay="0"/>
                                          </p:stCondLst>
                                        </p:cTn>
                                        <p:tgtEl>
                                          <p:spTgt spid="7"/>
                                        </p:tgtEl>
                                        <p:attrNameLst>
                                          <p:attrName>style.visibility</p:attrName>
                                        </p:attrNameLst>
                                      </p:cBhvr>
                                      <p:to>
                                        <p:strVal val="visible"/>
                                      </p:to>
                                    </p:set>
                                    <p:anim calcmode="lin" valueType="num">
                                      <p:cBhvr>
                                        <p:cTn id="39" dur="1000" fill="hold"/>
                                        <p:tgtEl>
                                          <p:spTgt spid="7"/>
                                        </p:tgtEl>
                                        <p:attrNameLst>
                                          <p:attrName>ppt_w</p:attrName>
                                        </p:attrNameLst>
                                      </p:cBhvr>
                                      <p:tavLst>
                                        <p:tav tm="0">
                                          <p:val>
                                            <p:fltVal val="0"/>
                                          </p:val>
                                        </p:tav>
                                        <p:tav tm="100000">
                                          <p:val>
                                            <p:strVal val="#ppt_w"/>
                                          </p:val>
                                        </p:tav>
                                      </p:tavLst>
                                    </p:anim>
                                    <p:anim calcmode="lin" valueType="num">
                                      <p:cBhvr>
                                        <p:cTn id="40" dur="1000" fill="hold"/>
                                        <p:tgtEl>
                                          <p:spTgt spid="7"/>
                                        </p:tgtEl>
                                        <p:attrNameLst>
                                          <p:attrName>ppt_h</p:attrName>
                                        </p:attrNameLst>
                                      </p:cBhvr>
                                      <p:tavLst>
                                        <p:tav tm="0">
                                          <p:val>
                                            <p:fltVal val="0"/>
                                          </p:val>
                                        </p:tav>
                                        <p:tav tm="100000">
                                          <p:val>
                                            <p:strVal val="#ppt_h"/>
                                          </p:val>
                                        </p:tav>
                                      </p:tavLst>
                                    </p:anim>
                                    <p:anim calcmode="lin" valueType="num">
                                      <p:cBhvr>
                                        <p:cTn id="41" dur="1000" fill="hold"/>
                                        <p:tgtEl>
                                          <p:spTgt spid="7"/>
                                        </p:tgtEl>
                                        <p:attrNameLst>
                                          <p:attrName>style.rotation</p:attrName>
                                        </p:attrNameLst>
                                      </p:cBhvr>
                                      <p:tavLst>
                                        <p:tav tm="0">
                                          <p:val>
                                            <p:fltVal val="90"/>
                                          </p:val>
                                        </p:tav>
                                        <p:tav tm="100000">
                                          <p:val>
                                            <p:fltVal val="0"/>
                                          </p:val>
                                        </p:tav>
                                      </p:tavLst>
                                    </p:anim>
                                    <p:animEffect transition="in" filter="fade">
                                      <p:cBhvr>
                                        <p:cTn id="42" dur="1000"/>
                                        <p:tgtEl>
                                          <p:spTgt spid="7"/>
                                        </p:tgtEl>
                                      </p:cBhvr>
                                    </p:animEffect>
                                  </p:childTnLst>
                                </p:cTn>
                              </p:par>
                            </p:childTnLst>
                          </p:cTn>
                        </p:par>
                      </p:childTnLst>
                    </p:cTn>
                  </p:par>
                  <p:par>
                    <p:cTn id="43" fill="hold">
                      <p:stCondLst>
                        <p:cond delay="indefinite"/>
                      </p:stCondLst>
                      <p:childTnLst>
                        <p:par>
                          <p:cTn id="44" fill="hold">
                            <p:stCondLst>
                              <p:cond delay="0"/>
                            </p:stCondLst>
                            <p:childTnLst>
                              <p:par>
                                <p:cTn id="45" presetID="31" presetClass="entr" presetSubtype="0" fill="hold" nodeType="clickEffect">
                                  <p:stCondLst>
                                    <p:cond delay="0"/>
                                  </p:stCondLst>
                                  <p:childTnLst>
                                    <p:set>
                                      <p:cBhvr>
                                        <p:cTn id="46" dur="1" fill="hold">
                                          <p:stCondLst>
                                            <p:cond delay="0"/>
                                          </p:stCondLst>
                                        </p:cTn>
                                        <p:tgtEl>
                                          <p:spTgt spid="9">
                                            <p:txEl>
                                              <p:pRg st="0" end="0"/>
                                            </p:txEl>
                                          </p:spTgt>
                                        </p:tgtEl>
                                        <p:attrNameLst>
                                          <p:attrName>style.visibility</p:attrName>
                                        </p:attrNameLst>
                                      </p:cBhvr>
                                      <p:to>
                                        <p:strVal val="visible"/>
                                      </p:to>
                                    </p:set>
                                    <p:anim calcmode="lin" valueType="num">
                                      <p:cBhvr>
                                        <p:cTn id="47" dur="1000" fill="hold"/>
                                        <p:tgtEl>
                                          <p:spTgt spid="9">
                                            <p:txEl>
                                              <p:pRg st="0" end="0"/>
                                            </p:txEl>
                                          </p:spTgt>
                                        </p:tgtEl>
                                        <p:attrNameLst>
                                          <p:attrName>ppt_w</p:attrName>
                                        </p:attrNameLst>
                                      </p:cBhvr>
                                      <p:tavLst>
                                        <p:tav tm="0">
                                          <p:val>
                                            <p:fltVal val="0"/>
                                          </p:val>
                                        </p:tav>
                                        <p:tav tm="100000">
                                          <p:val>
                                            <p:strVal val="#ppt_w"/>
                                          </p:val>
                                        </p:tav>
                                      </p:tavLst>
                                    </p:anim>
                                    <p:anim calcmode="lin" valueType="num">
                                      <p:cBhvr>
                                        <p:cTn id="48" dur="1000" fill="hold"/>
                                        <p:tgtEl>
                                          <p:spTgt spid="9">
                                            <p:txEl>
                                              <p:pRg st="0" end="0"/>
                                            </p:txEl>
                                          </p:spTgt>
                                        </p:tgtEl>
                                        <p:attrNameLst>
                                          <p:attrName>ppt_h</p:attrName>
                                        </p:attrNameLst>
                                      </p:cBhvr>
                                      <p:tavLst>
                                        <p:tav tm="0">
                                          <p:val>
                                            <p:fltVal val="0"/>
                                          </p:val>
                                        </p:tav>
                                        <p:tav tm="100000">
                                          <p:val>
                                            <p:strVal val="#ppt_h"/>
                                          </p:val>
                                        </p:tav>
                                      </p:tavLst>
                                    </p:anim>
                                    <p:anim calcmode="lin" valueType="num">
                                      <p:cBhvr>
                                        <p:cTn id="49" dur="1000" fill="hold"/>
                                        <p:tgtEl>
                                          <p:spTgt spid="9">
                                            <p:txEl>
                                              <p:pRg st="0" end="0"/>
                                            </p:txEl>
                                          </p:spTgt>
                                        </p:tgtEl>
                                        <p:attrNameLst>
                                          <p:attrName>style.rotation</p:attrName>
                                        </p:attrNameLst>
                                      </p:cBhvr>
                                      <p:tavLst>
                                        <p:tav tm="0">
                                          <p:val>
                                            <p:fltVal val="90"/>
                                          </p:val>
                                        </p:tav>
                                        <p:tav tm="100000">
                                          <p:val>
                                            <p:fltVal val="0"/>
                                          </p:val>
                                        </p:tav>
                                      </p:tavLst>
                                    </p:anim>
                                    <p:animEffect transition="in" filter="fade">
                                      <p:cBhvr>
                                        <p:cTn id="50" dur="1000"/>
                                        <p:tgtEl>
                                          <p:spTgt spid="9">
                                            <p:txEl>
                                              <p:pRg st="0" end="0"/>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31" presetClass="entr" presetSubtype="0" fill="hold" nodeType="clickEffect">
                                  <p:stCondLst>
                                    <p:cond delay="0"/>
                                  </p:stCondLst>
                                  <p:childTnLst>
                                    <p:set>
                                      <p:cBhvr>
                                        <p:cTn id="54" dur="1" fill="hold">
                                          <p:stCondLst>
                                            <p:cond delay="0"/>
                                          </p:stCondLst>
                                        </p:cTn>
                                        <p:tgtEl>
                                          <p:spTgt spid="10">
                                            <p:txEl>
                                              <p:pRg st="0" end="0"/>
                                            </p:txEl>
                                          </p:spTgt>
                                        </p:tgtEl>
                                        <p:attrNameLst>
                                          <p:attrName>style.visibility</p:attrName>
                                        </p:attrNameLst>
                                      </p:cBhvr>
                                      <p:to>
                                        <p:strVal val="visible"/>
                                      </p:to>
                                    </p:set>
                                    <p:anim calcmode="lin" valueType="num">
                                      <p:cBhvr>
                                        <p:cTn id="55" dur="1000" fill="hold"/>
                                        <p:tgtEl>
                                          <p:spTgt spid="10">
                                            <p:txEl>
                                              <p:pRg st="0" end="0"/>
                                            </p:txEl>
                                          </p:spTgt>
                                        </p:tgtEl>
                                        <p:attrNameLst>
                                          <p:attrName>ppt_w</p:attrName>
                                        </p:attrNameLst>
                                      </p:cBhvr>
                                      <p:tavLst>
                                        <p:tav tm="0">
                                          <p:val>
                                            <p:fltVal val="0"/>
                                          </p:val>
                                        </p:tav>
                                        <p:tav tm="100000">
                                          <p:val>
                                            <p:strVal val="#ppt_w"/>
                                          </p:val>
                                        </p:tav>
                                      </p:tavLst>
                                    </p:anim>
                                    <p:anim calcmode="lin" valueType="num">
                                      <p:cBhvr>
                                        <p:cTn id="56" dur="1000" fill="hold"/>
                                        <p:tgtEl>
                                          <p:spTgt spid="10">
                                            <p:txEl>
                                              <p:pRg st="0" end="0"/>
                                            </p:txEl>
                                          </p:spTgt>
                                        </p:tgtEl>
                                        <p:attrNameLst>
                                          <p:attrName>ppt_h</p:attrName>
                                        </p:attrNameLst>
                                      </p:cBhvr>
                                      <p:tavLst>
                                        <p:tav tm="0">
                                          <p:val>
                                            <p:fltVal val="0"/>
                                          </p:val>
                                        </p:tav>
                                        <p:tav tm="100000">
                                          <p:val>
                                            <p:strVal val="#ppt_h"/>
                                          </p:val>
                                        </p:tav>
                                      </p:tavLst>
                                    </p:anim>
                                    <p:anim calcmode="lin" valueType="num">
                                      <p:cBhvr>
                                        <p:cTn id="57" dur="1000" fill="hold"/>
                                        <p:tgtEl>
                                          <p:spTgt spid="10">
                                            <p:txEl>
                                              <p:pRg st="0" end="0"/>
                                            </p:txEl>
                                          </p:spTgt>
                                        </p:tgtEl>
                                        <p:attrNameLst>
                                          <p:attrName>style.rotation</p:attrName>
                                        </p:attrNameLst>
                                      </p:cBhvr>
                                      <p:tavLst>
                                        <p:tav tm="0">
                                          <p:val>
                                            <p:fltVal val="90"/>
                                          </p:val>
                                        </p:tav>
                                        <p:tav tm="100000">
                                          <p:val>
                                            <p:fltVal val="0"/>
                                          </p:val>
                                        </p:tav>
                                      </p:tavLst>
                                    </p:anim>
                                    <p:animEffect transition="in" filter="fade">
                                      <p:cBhvr>
                                        <p:cTn id="58" dur="1000"/>
                                        <p:tgtEl>
                                          <p:spTgt spid="10">
                                            <p:txEl>
                                              <p:pRg st="0" end="0"/>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31" presetClass="entr" presetSubtype="0" fill="hold" nodeType="clickEffect">
                                  <p:stCondLst>
                                    <p:cond delay="0"/>
                                  </p:stCondLst>
                                  <p:childTnLst>
                                    <p:set>
                                      <p:cBhvr>
                                        <p:cTn id="62" dur="1" fill="hold">
                                          <p:stCondLst>
                                            <p:cond delay="0"/>
                                          </p:stCondLst>
                                        </p:cTn>
                                        <p:tgtEl>
                                          <p:spTgt spid="12">
                                            <p:txEl>
                                              <p:pRg st="0" end="0"/>
                                            </p:txEl>
                                          </p:spTgt>
                                        </p:tgtEl>
                                        <p:attrNameLst>
                                          <p:attrName>style.visibility</p:attrName>
                                        </p:attrNameLst>
                                      </p:cBhvr>
                                      <p:to>
                                        <p:strVal val="visible"/>
                                      </p:to>
                                    </p:set>
                                    <p:anim calcmode="lin" valueType="num">
                                      <p:cBhvr>
                                        <p:cTn id="63" dur="1000" fill="hold"/>
                                        <p:tgtEl>
                                          <p:spTgt spid="12">
                                            <p:txEl>
                                              <p:pRg st="0" end="0"/>
                                            </p:txEl>
                                          </p:spTgt>
                                        </p:tgtEl>
                                        <p:attrNameLst>
                                          <p:attrName>ppt_w</p:attrName>
                                        </p:attrNameLst>
                                      </p:cBhvr>
                                      <p:tavLst>
                                        <p:tav tm="0">
                                          <p:val>
                                            <p:fltVal val="0"/>
                                          </p:val>
                                        </p:tav>
                                        <p:tav tm="100000">
                                          <p:val>
                                            <p:strVal val="#ppt_w"/>
                                          </p:val>
                                        </p:tav>
                                      </p:tavLst>
                                    </p:anim>
                                    <p:anim calcmode="lin" valueType="num">
                                      <p:cBhvr>
                                        <p:cTn id="64" dur="1000" fill="hold"/>
                                        <p:tgtEl>
                                          <p:spTgt spid="12">
                                            <p:txEl>
                                              <p:pRg st="0" end="0"/>
                                            </p:txEl>
                                          </p:spTgt>
                                        </p:tgtEl>
                                        <p:attrNameLst>
                                          <p:attrName>ppt_h</p:attrName>
                                        </p:attrNameLst>
                                      </p:cBhvr>
                                      <p:tavLst>
                                        <p:tav tm="0">
                                          <p:val>
                                            <p:fltVal val="0"/>
                                          </p:val>
                                        </p:tav>
                                        <p:tav tm="100000">
                                          <p:val>
                                            <p:strVal val="#ppt_h"/>
                                          </p:val>
                                        </p:tav>
                                      </p:tavLst>
                                    </p:anim>
                                    <p:anim calcmode="lin" valueType="num">
                                      <p:cBhvr>
                                        <p:cTn id="65" dur="1000" fill="hold"/>
                                        <p:tgtEl>
                                          <p:spTgt spid="12">
                                            <p:txEl>
                                              <p:pRg st="0" end="0"/>
                                            </p:txEl>
                                          </p:spTgt>
                                        </p:tgtEl>
                                        <p:attrNameLst>
                                          <p:attrName>style.rotation</p:attrName>
                                        </p:attrNameLst>
                                      </p:cBhvr>
                                      <p:tavLst>
                                        <p:tav tm="0">
                                          <p:val>
                                            <p:fltVal val="90"/>
                                          </p:val>
                                        </p:tav>
                                        <p:tav tm="100000">
                                          <p:val>
                                            <p:fltVal val="0"/>
                                          </p:val>
                                        </p:tav>
                                      </p:tavLst>
                                    </p:anim>
                                    <p:animEffect transition="in" filter="fade">
                                      <p:cBhvr>
                                        <p:cTn id="66" dur="1000"/>
                                        <p:tgtEl>
                                          <p:spTgt spid="1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11"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כותרת תחתונה 1">
            <a:extLst>
              <a:ext uri="{FF2B5EF4-FFF2-40B4-BE49-F238E27FC236}">
                <a16:creationId xmlns:a16="http://schemas.microsoft.com/office/drawing/2014/main" id="{D21EB3E5-2E8A-4915-A0A0-224098CD0389}"/>
              </a:ext>
            </a:extLst>
          </p:cNvPr>
          <p:cNvSpPr>
            <a:spLocks noGrp="1"/>
          </p:cNvSpPr>
          <p:nvPr>
            <p:ph type="ftr" sz="quarter" idx="11"/>
          </p:nvPr>
        </p:nvSpPr>
        <p:spPr/>
        <p:txBody>
          <a:bodyPr/>
          <a:lstStyle/>
          <a:p>
            <a:r>
              <a:rPr lang="he-IL"/>
              <a:t>לקט מצוות מספר החינוך</a:t>
            </a:r>
          </a:p>
        </p:txBody>
      </p:sp>
      <p:sp>
        <p:nvSpPr>
          <p:cNvPr id="3" name="תיבת טקסט 2">
            <a:extLst>
              <a:ext uri="{FF2B5EF4-FFF2-40B4-BE49-F238E27FC236}">
                <a16:creationId xmlns:a16="http://schemas.microsoft.com/office/drawing/2014/main" id="{B5BF8CDF-F806-446D-A013-6FF952A0737B}"/>
              </a:ext>
            </a:extLst>
          </p:cNvPr>
          <p:cNvSpPr txBox="1"/>
          <p:nvPr/>
        </p:nvSpPr>
        <p:spPr>
          <a:xfrm>
            <a:off x="1985554" y="4885839"/>
            <a:ext cx="8090263" cy="369332"/>
          </a:xfrm>
          <a:prstGeom prst="rect">
            <a:avLst/>
          </a:prstGeom>
          <a:noFill/>
        </p:spPr>
        <p:txBody>
          <a:bodyPr wrap="square" rtlCol="1">
            <a:spAutoFit/>
          </a:bodyPr>
          <a:lstStyle/>
          <a:p>
            <a:pPr algn="r"/>
            <a:r>
              <a:rPr lang="he-IL" dirty="0">
                <a:latin typeface="Guttman Yad-Brush" panose="02010401010101010101" pitchFamily="2" charset="-79"/>
                <a:cs typeface="Guttman Yad-Brush" panose="02010401010101010101" pitchFamily="2" charset="-79"/>
              </a:rPr>
              <a:t>ותקיים בכך מצוות עשה: </a:t>
            </a:r>
            <a:r>
              <a:rPr lang="he-IL" dirty="0">
                <a:latin typeface="Guttman Stam" panose="02010401010101010101" pitchFamily="2" charset="-79"/>
                <a:cs typeface="Guttman Stam" panose="02010401010101010101" pitchFamily="2" charset="-79"/>
              </a:rPr>
              <a:t>"והשיב את </a:t>
            </a:r>
            <a:r>
              <a:rPr lang="he-IL" dirty="0" err="1">
                <a:latin typeface="Guttman Stam" panose="02010401010101010101" pitchFamily="2" charset="-79"/>
                <a:cs typeface="Guttman Stam" panose="02010401010101010101" pitchFamily="2" charset="-79"/>
              </a:rPr>
              <a:t>הגזילה</a:t>
            </a:r>
            <a:r>
              <a:rPr lang="he-IL" dirty="0">
                <a:latin typeface="Guttman Stam" panose="02010401010101010101" pitchFamily="2" charset="-79"/>
                <a:cs typeface="Guttman Stam" panose="02010401010101010101" pitchFamily="2" charset="-79"/>
              </a:rPr>
              <a:t>"</a:t>
            </a:r>
          </a:p>
        </p:txBody>
      </p:sp>
      <p:sp>
        <p:nvSpPr>
          <p:cNvPr id="4" name="תיבת טקסט 3">
            <a:extLst>
              <a:ext uri="{FF2B5EF4-FFF2-40B4-BE49-F238E27FC236}">
                <a16:creationId xmlns:a16="http://schemas.microsoft.com/office/drawing/2014/main" id="{2687F8A3-4237-44E2-9193-35EA4763B85E}"/>
              </a:ext>
            </a:extLst>
          </p:cNvPr>
          <p:cNvSpPr txBox="1"/>
          <p:nvPr/>
        </p:nvSpPr>
        <p:spPr>
          <a:xfrm>
            <a:off x="613954" y="876555"/>
            <a:ext cx="10964090" cy="584775"/>
          </a:xfrm>
          <a:prstGeom prst="rect">
            <a:avLst/>
          </a:prstGeom>
          <a:noFill/>
        </p:spPr>
        <p:txBody>
          <a:bodyPr wrap="square" rtlCol="1">
            <a:spAutoFit/>
          </a:bodyPr>
          <a:lstStyle/>
          <a:p>
            <a:pPr algn="ctr"/>
            <a:r>
              <a:rPr lang="he-IL" sz="3200" dirty="0"/>
              <a:t>לעומתן-</a:t>
            </a:r>
            <a:r>
              <a:rPr lang="he" sz="3200" dirty="0"/>
              <a:t>מצוות הנכללות בקבוצת:"לאו הניתק לעשה"</a:t>
            </a:r>
            <a:endParaRPr lang="he-IL" sz="3200" dirty="0"/>
          </a:p>
        </p:txBody>
      </p:sp>
      <p:sp>
        <p:nvSpPr>
          <p:cNvPr id="5" name="תיבת טקסט 4">
            <a:extLst>
              <a:ext uri="{FF2B5EF4-FFF2-40B4-BE49-F238E27FC236}">
                <a16:creationId xmlns:a16="http://schemas.microsoft.com/office/drawing/2014/main" id="{7E67E801-3CF3-49B4-8A46-4AF042AB9B73}"/>
              </a:ext>
            </a:extLst>
          </p:cNvPr>
          <p:cNvSpPr txBox="1"/>
          <p:nvPr/>
        </p:nvSpPr>
        <p:spPr>
          <a:xfrm>
            <a:off x="2516778" y="1680754"/>
            <a:ext cx="7559040" cy="369332"/>
          </a:xfrm>
          <a:prstGeom prst="rect">
            <a:avLst/>
          </a:prstGeom>
          <a:noFill/>
        </p:spPr>
        <p:txBody>
          <a:bodyPr wrap="square" rtlCol="1">
            <a:spAutoFit/>
          </a:bodyPr>
          <a:lstStyle/>
          <a:p>
            <a:pPr algn="r"/>
            <a:r>
              <a:rPr lang="he-IL" dirty="0">
                <a:latin typeface="Guttman Yad-Brush" panose="02010401010101010101" pitchFamily="2" charset="-79"/>
                <a:cs typeface="Guttman Yad-Brush" panose="02010401010101010101" pitchFamily="2" charset="-79"/>
              </a:rPr>
              <a:t>אסור להשאיר מבשר קורבן הפסח, עד לבוקר שלמחרת, טו ניסן.</a:t>
            </a:r>
          </a:p>
        </p:txBody>
      </p:sp>
      <p:sp>
        <p:nvSpPr>
          <p:cNvPr id="6" name="תיבת טקסט 5">
            <a:extLst>
              <a:ext uri="{FF2B5EF4-FFF2-40B4-BE49-F238E27FC236}">
                <a16:creationId xmlns:a16="http://schemas.microsoft.com/office/drawing/2014/main" id="{3ECD4999-DC32-4C0A-9CD7-1ECEC52B1ED8}"/>
              </a:ext>
            </a:extLst>
          </p:cNvPr>
          <p:cNvSpPr txBox="1"/>
          <p:nvPr/>
        </p:nvSpPr>
        <p:spPr>
          <a:xfrm>
            <a:off x="3135086" y="2050086"/>
            <a:ext cx="6940732" cy="369332"/>
          </a:xfrm>
          <a:prstGeom prst="rect">
            <a:avLst/>
          </a:prstGeom>
          <a:noFill/>
        </p:spPr>
        <p:txBody>
          <a:bodyPr wrap="square" rtlCol="1">
            <a:spAutoFit/>
          </a:bodyPr>
          <a:lstStyle/>
          <a:p>
            <a:pPr algn="r"/>
            <a:r>
              <a:rPr lang="he-IL" dirty="0">
                <a:latin typeface="Guttman Stam" panose="02010401010101010101" pitchFamily="2" charset="-79"/>
                <a:cs typeface="Guttman Stam" panose="02010401010101010101" pitchFamily="2" charset="-79"/>
              </a:rPr>
              <a:t>"ולא תותירו ממנו עד בוקר"(שמות </a:t>
            </a:r>
            <a:r>
              <a:rPr lang="he-IL" dirty="0" err="1">
                <a:latin typeface="Guttman Stam" panose="02010401010101010101" pitchFamily="2" charset="-79"/>
                <a:cs typeface="Guttman Stam" panose="02010401010101010101" pitchFamily="2" charset="-79"/>
              </a:rPr>
              <a:t>יב,י</a:t>
            </a:r>
            <a:r>
              <a:rPr lang="he-IL" dirty="0">
                <a:latin typeface="Guttman Stam" panose="02010401010101010101" pitchFamily="2" charset="-79"/>
                <a:cs typeface="Guttman Stam" panose="02010401010101010101" pitchFamily="2" charset="-79"/>
              </a:rPr>
              <a:t>)</a:t>
            </a:r>
          </a:p>
        </p:txBody>
      </p:sp>
      <p:sp>
        <p:nvSpPr>
          <p:cNvPr id="7" name="תיבת טקסט 6">
            <a:extLst>
              <a:ext uri="{FF2B5EF4-FFF2-40B4-BE49-F238E27FC236}">
                <a16:creationId xmlns:a16="http://schemas.microsoft.com/office/drawing/2014/main" id="{6862AF7E-10E6-440D-85FD-B2FA4A3F3DA7}"/>
              </a:ext>
            </a:extLst>
          </p:cNvPr>
          <p:cNvSpPr txBox="1"/>
          <p:nvPr/>
        </p:nvSpPr>
        <p:spPr>
          <a:xfrm>
            <a:off x="2835231" y="2481943"/>
            <a:ext cx="7240587" cy="369332"/>
          </a:xfrm>
          <a:prstGeom prst="rect">
            <a:avLst/>
          </a:prstGeom>
          <a:noFill/>
        </p:spPr>
        <p:txBody>
          <a:bodyPr wrap="square" rtlCol="1">
            <a:spAutoFit/>
          </a:bodyPr>
          <a:lstStyle/>
          <a:p>
            <a:pPr algn="r"/>
            <a:r>
              <a:rPr lang="he-IL" dirty="0">
                <a:highlight>
                  <a:srgbClr val="00FF00"/>
                </a:highlight>
                <a:latin typeface="Guttman Yad-Brush" panose="02010401010101010101" pitchFamily="2" charset="-79"/>
                <a:cs typeface="Guttman Yad-Brush" panose="02010401010101010101" pitchFamily="2" charset="-79"/>
              </a:rPr>
              <a:t>אם אדם השאיר בשר, יש לו אפשרות לתקן,</a:t>
            </a:r>
          </a:p>
        </p:txBody>
      </p:sp>
      <p:sp>
        <p:nvSpPr>
          <p:cNvPr id="8" name="תיבת טקסט 7">
            <a:extLst>
              <a:ext uri="{FF2B5EF4-FFF2-40B4-BE49-F238E27FC236}">
                <a16:creationId xmlns:a16="http://schemas.microsoft.com/office/drawing/2014/main" id="{04ACE72F-DFE2-4584-B22C-4D986A840C86}"/>
              </a:ext>
            </a:extLst>
          </p:cNvPr>
          <p:cNvSpPr txBox="1"/>
          <p:nvPr/>
        </p:nvSpPr>
        <p:spPr>
          <a:xfrm>
            <a:off x="2516778" y="2950477"/>
            <a:ext cx="7559040" cy="369332"/>
          </a:xfrm>
          <a:prstGeom prst="rect">
            <a:avLst/>
          </a:prstGeom>
          <a:noFill/>
        </p:spPr>
        <p:txBody>
          <a:bodyPr wrap="square" rtlCol="1">
            <a:spAutoFit/>
          </a:bodyPr>
          <a:lstStyle/>
          <a:p>
            <a:pPr algn="r"/>
            <a:r>
              <a:rPr lang="he-IL">
                <a:latin typeface="Guttman Yad-Brush" panose="02010401010101010101" pitchFamily="2" charset="-79"/>
                <a:cs typeface="Guttman Yad-Brush" panose="02010401010101010101" pitchFamily="2" charset="-79"/>
              </a:rPr>
              <a:t>שציוותה </a:t>
            </a:r>
            <a:r>
              <a:rPr lang="he-IL" dirty="0">
                <a:latin typeface="Guttman Yad-Brush" panose="02010401010101010101" pitchFamily="2" charset="-79"/>
                <a:cs typeface="Guttman Yad-Brush" panose="02010401010101010101" pitchFamily="2" charset="-79"/>
              </a:rPr>
              <a:t>התורה:</a:t>
            </a:r>
            <a:r>
              <a:rPr lang="he-IL" dirty="0">
                <a:latin typeface="Guttman Stam" panose="02010401010101010101" pitchFamily="2" charset="-79"/>
                <a:cs typeface="Guttman Stam" panose="02010401010101010101" pitchFamily="2" charset="-79"/>
              </a:rPr>
              <a:t>" והנותר ממנו עד בוקר, באש </a:t>
            </a:r>
            <a:r>
              <a:rPr lang="he-IL" dirty="0" err="1">
                <a:latin typeface="Guttman Stam" panose="02010401010101010101" pitchFamily="2" charset="-79"/>
                <a:cs typeface="Guttman Stam" panose="02010401010101010101" pitchFamily="2" charset="-79"/>
              </a:rPr>
              <a:t>תשרופו</a:t>
            </a:r>
            <a:r>
              <a:rPr lang="he-IL" dirty="0">
                <a:latin typeface="Guttman Stam" panose="02010401010101010101" pitchFamily="2" charset="-79"/>
                <a:cs typeface="Guttman Stam" panose="02010401010101010101" pitchFamily="2" charset="-79"/>
              </a:rPr>
              <a:t>" (שם)</a:t>
            </a:r>
          </a:p>
        </p:txBody>
      </p:sp>
      <p:sp>
        <p:nvSpPr>
          <p:cNvPr id="9" name="תיבת טקסט 8">
            <a:extLst>
              <a:ext uri="{FF2B5EF4-FFF2-40B4-BE49-F238E27FC236}">
                <a16:creationId xmlns:a16="http://schemas.microsoft.com/office/drawing/2014/main" id="{E6669826-581D-4610-A09B-296BF10F3E1B}"/>
              </a:ext>
            </a:extLst>
          </p:cNvPr>
          <p:cNvSpPr txBox="1"/>
          <p:nvPr/>
        </p:nvSpPr>
        <p:spPr>
          <a:xfrm>
            <a:off x="613954" y="3429000"/>
            <a:ext cx="10964090" cy="584775"/>
          </a:xfrm>
          <a:prstGeom prst="rect">
            <a:avLst/>
          </a:prstGeom>
          <a:noFill/>
        </p:spPr>
        <p:txBody>
          <a:bodyPr wrap="square" rtlCol="1">
            <a:spAutoFit/>
          </a:bodyPr>
          <a:lstStyle/>
          <a:p>
            <a:pPr algn="ctr"/>
            <a:r>
              <a:rPr lang="he-IL" sz="3200" dirty="0"/>
              <a:t>ולעניינינו-</a:t>
            </a:r>
          </a:p>
        </p:txBody>
      </p:sp>
      <p:sp>
        <p:nvSpPr>
          <p:cNvPr id="10" name="תיבת טקסט 9">
            <a:extLst>
              <a:ext uri="{FF2B5EF4-FFF2-40B4-BE49-F238E27FC236}">
                <a16:creationId xmlns:a16="http://schemas.microsoft.com/office/drawing/2014/main" id="{47F4FEEB-B8AC-478A-A084-28BCCB50795F}"/>
              </a:ext>
            </a:extLst>
          </p:cNvPr>
          <p:cNvSpPr txBox="1"/>
          <p:nvPr/>
        </p:nvSpPr>
        <p:spPr>
          <a:xfrm>
            <a:off x="3866606" y="4144725"/>
            <a:ext cx="6209212" cy="369332"/>
          </a:xfrm>
          <a:prstGeom prst="rect">
            <a:avLst/>
          </a:prstGeom>
          <a:noFill/>
        </p:spPr>
        <p:txBody>
          <a:bodyPr wrap="square" rtlCol="1">
            <a:spAutoFit/>
          </a:bodyPr>
          <a:lstStyle/>
          <a:p>
            <a:pPr algn="r"/>
            <a:r>
              <a:rPr lang="he-IL" dirty="0">
                <a:latin typeface="Guttman Stam" panose="02010401010101010101" pitchFamily="2" charset="-79"/>
                <a:cs typeface="Guttman Stam" panose="02010401010101010101" pitchFamily="2" charset="-79"/>
              </a:rPr>
              <a:t>" לא תעשוק את רעך ולא תגזול"</a:t>
            </a:r>
          </a:p>
        </p:txBody>
      </p:sp>
      <p:sp>
        <p:nvSpPr>
          <p:cNvPr id="11" name="תיבת טקסט 10">
            <a:extLst>
              <a:ext uri="{FF2B5EF4-FFF2-40B4-BE49-F238E27FC236}">
                <a16:creationId xmlns:a16="http://schemas.microsoft.com/office/drawing/2014/main" id="{8A6C0AF0-9417-476A-A16F-ACA38D9632B2}"/>
              </a:ext>
            </a:extLst>
          </p:cNvPr>
          <p:cNvSpPr txBox="1"/>
          <p:nvPr/>
        </p:nvSpPr>
        <p:spPr>
          <a:xfrm>
            <a:off x="3979816" y="4499797"/>
            <a:ext cx="6096001" cy="369332"/>
          </a:xfrm>
          <a:prstGeom prst="rect">
            <a:avLst/>
          </a:prstGeom>
          <a:noFill/>
        </p:spPr>
        <p:txBody>
          <a:bodyPr wrap="square" rtlCol="1">
            <a:spAutoFit/>
          </a:bodyPr>
          <a:lstStyle/>
          <a:p>
            <a:pPr algn="r"/>
            <a:r>
              <a:rPr lang="he-IL" dirty="0">
                <a:highlight>
                  <a:srgbClr val="00FF00"/>
                </a:highlight>
                <a:latin typeface="Guttman Yad-Brush" panose="02010401010101010101" pitchFamily="2" charset="-79"/>
                <a:cs typeface="Guttman Yad-Brush" panose="02010401010101010101" pitchFamily="2" charset="-79"/>
              </a:rPr>
              <a:t>אם עשקת, אם גזלת, יש לך אפשרות לתקן,</a:t>
            </a:r>
          </a:p>
        </p:txBody>
      </p:sp>
      <p:sp>
        <p:nvSpPr>
          <p:cNvPr id="12" name="תיבת טקסט 11">
            <a:extLst>
              <a:ext uri="{FF2B5EF4-FFF2-40B4-BE49-F238E27FC236}">
                <a16:creationId xmlns:a16="http://schemas.microsoft.com/office/drawing/2014/main" id="{44B14B45-9469-4F41-8EBD-D4FA991A18DD}"/>
              </a:ext>
            </a:extLst>
          </p:cNvPr>
          <p:cNvSpPr txBox="1"/>
          <p:nvPr/>
        </p:nvSpPr>
        <p:spPr>
          <a:xfrm>
            <a:off x="5183228" y="2512972"/>
            <a:ext cx="1828800" cy="1828800"/>
          </a:xfrm>
          <a:prstGeom prst="rect">
            <a:avLst/>
          </a:prstGeom>
          <a:noFill/>
        </p:spPr>
        <p:txBody>
          <a:bodyPr wrap="square" rtlCol="1">
            <a:spAutoFit/>
          </a:bodyPr>
          <a:lstStyle/>
          <a:p>
            <a:pPr algn="r"/>
            <a:endParaRPr lang="he-IL" dirty="0"/>
          </a:p>
        </p:txBody>
      </p:sp>
      <p:sp>
        <p:nvSpPr>
          <p:cNvPr id="13" name="תיבת טקסט 12">
            <a:extLst>
              <a:ext uri="{FF2B5EF4-FFF2-40B4-BE49-F238E27FC236}">
                <a16:creationId xmlns:a16="http://schemas.microsoft.com/office/drawing/2014/main" id="{BBC3479F-2BF7-46C8-AC24-F9153AAAE4A1}"/>
              </a:ext>
            </a:extLst>
          </p:cNvPr>
          <p:cNvSpPr txBox="1"/>
          <p:nvPr/>
        </p:nvSpPr>
        <p:spPr>
          <a:xfrm>
            <a:off x="1677051" y="5392689"/>
            <a:ext cx="8398766" cy="646331"/>
          </a:xfrm>
          <a:prstGeom prst="rect">
            <a:avLst/>
          </a:prstGeom>
          <a:noFill/>
        </p:spPr>
        <p:txBody>
          <a:bodyPr wrap="square" rtlCol="1">
            <a:spAutoFit/>
          </a:bodyPr>
          <a:lstStyle/>
          <a:p>
            <a:pPr algn="r"/>
            <a:r>
              <a:rPr lang="he" dirty="0"/>
              <a:t>כדי שהתשובה תהיה שלימה, על העושק </a:t>
            </a:r>
            <a:r>
              <a:rPr lang="he" b="1" u="sng" dirty="0"/>
              <a:t>לרצות</a:t>
            </a:r>
            <a:r>
              <a:rPr lang="he" dirty="0"/>
              <a:t> את חבירו, </a:t>
            </a:r>
            <a:r>
              <a:rPr lang="he" b="1" u="sng" dirty="0"/>
              <a:t>ולבקש ממנו מחילה </a:t>
            </a:r>
            <a:r>
              <a:rPr lang="he" dirty="0"/>
              <a:t>על "שהקניטו, והכעיסו"</a:t>
            </a:r>
          </a:p>
          <a:p>
            <a:pPr algn="r"/>
            <a:r>
              <a:rPr lang="he" dirty="0"/>
              <a:t>את דברי חז"ל נזכור תמיד</a:t>
            </a:r>
            <a:r>
              <a:rPr lang="he" b="1" dirty="0"/>
              <a:t>:"גדול כוח בעלי תשובה"</a:t>
            </a:r>
            <a:endParaRPr lang="he-IL" b="1" dirty="0"/>
          </a:p>
        </p:txBody>
      </p:sp>
    </p:spTree>
    <p:extLst>
      <p:ext uri="{BB962C8B-B14F-4D97-AF65-F5344CB8AC3E}">
        <p14:creationId xmlns:p14="http://schemas.microsoft.com/office/powerpoint/2010/main" val="35005605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p:cTn id="7" dur="1000" fill="hold"/>
                                        <p:tgtEl>
                                          <p:spTgt spid="4">
                                            <p:txEl>
                                              <p:pRg st="0" end="0"/>
                                            </p:txEl>
                                          </p:spTgt>
                                        </p:tgtEl>
                                        <p:attrNameLst>
                                          <p:attrName>ppt_w</p:attrName>
                                        </p:attrNameLst>
                                      </p:cBhvr>
                                      <p:tavLst>
                                        <p:tav tm="0">
                                          <p:val>
                                            <p:fltVal val="0"/>
                                          </p:val>
                                        </p:tav>
                                        <p:tav tm="100000">
                                          <p:val>
                                            <p:strVal val="#ppt_w"/>
                                          </p:val>
                                        </p:tav>
                                      </p:tavLst>
                                    </p:anim>
                                    <p:anim calcmode="lin" valueType="num">
                                      <p:cBhvr>
                                        <p:cTn id="8" dur="1000" fill="hold"/>
                                        <p:tgtEl>
                                          <p:spTgt spid="4">
                                            <p:txEl>
                                              <p:pRg st="0" end="0"/>
                                            </p:txEl>
                                          </p:spTgt>
                                        </p:tgtEl>
                                        <p:attrNameLst>
                                          <p:attrName>ppt_h</p:attrName>
                                        </p:attrNameLst>
                                      </p:cBhvr>
                                      <p:tavLst>
                                        <p:tav tm="0">
                                          <p:val>
                                            <p:fltVal val="0"/>
                                          </p:val>
                                        </p:tav>
                                        <p:tav tm="100000">
                                          <p:val>
                                            <p:strVal val="#ppt_h"/>
                                          </p:val>
                                        </p:tav>
                                      </p:tavLst>
                                    </p:anim>
                                    <p:anim calcmode="lin" valueType="num">
                                      <p:cBhvr>
                                        <p:cTn id="9" dur="1000" fill="hold"/>
                                        <p:tgtEl>
                                          <p:spTgt spid="4">
                                            <p:txEl>
                                              <p:pRg st="0" end="0"/>
                                            </p:txEl>
                                          </p:spTgt>
                                        </p:tgtEl>
                                        <p:attrNameLst>
                                          <p:attrName>style.rotation</p:attrName>
                                        </p:attrNameLst>
                                      </p:cBhvr>
                                      <p:tavLst>
                                        <p:tav tm="0">
                                          <p:val>
                                            <p:fltVal val="90"/>
                                          </p:val>
                                        </p:tav>
                                        <p:tav tm="100000">
                                          <p:val>
                                            <p:fltVal val="0"/>
                                          </p:val>
                                        </p:tav>
                                      </p:tavLst>
                                    </p:anim>
                                    <p:animEffect transition="in" filter="fade">
                                      <p:cBhvr>
                                        <p:cTn id="10" dur="1000"/>
                                        <p:tgtEl>
                                          <p:spTgt spid="4">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p:cTn id="15" dur="1000" fill="hold"/>
                                        <p:tgtEl>
                                          <p:spTgt spid="5"/>
                                        </p:tgtEl>
                                        <p:attrNameLst>
                                          <p:attrName>ppt_w</p:attrName>
                                        </p:attrNameLst>
                                      </p:cBhvr>
                                      <p:tavLst>
                                        <p:tav tm="0">
                                          <p:val>
                                            <p:fltVal val="0"/>
                                          </p:val>
                                        </p:tav>
                                        <p:tav tm="100000">
                                          <p:val>
                                            <p:strVal val="#ppt_w"/>
                                          </p:val>
                                        </p:tav>
                                      </p:tavLst>
                                    </p:anim>
                                    <p:anim calcmode="lin" valueType="num">
                                      <p:cBhvr>
                                        <p:cTn id="16" dur="1000" fill="hold"/>
                                        <p:tgtEl>
                                          <p:spTgt spid="5"/>
                                        </p:tgtEl>
                                        <p:attrNameLst>
                                          <p:attrName>ppt_h</p:attrName>
                                        </p:attrNameLst>
                                      </p:cBhvr>
                                      <p:tavLst>
                                        <p:tav tm="0">
                                          <p:val>
                                            <p:fltVal val="0"/>
                                          </p:val>
                                        </p:tav>
                                        <p:tav tm="100000">
                                          <p:val>
                                            <p:strVal val="#ppt_h"/>
                                          </p:val>
                                        </p:tav>
                                      </p:tavLst>
                                    </p:anim>
                                    <p:anim calcmode="lin" valueType="num">
                                      <p:cBhvr>
                                        <p:cTn id="17" dur="1000" fill="hold"/>
                                        <p:tgtEl>
                                          <p:spTgt spid="5"/>
                                        </p:tgtEl>
                                        <p:attrNameLst>
                                          <p:attrName>style.rotation</p:attrName>
                                        </p:attrNameLst>
                                      </p:cBhvr>
                                      <p:tavLst>
                                        <p:tav tm="0">
                                          <p:val>
                                            <p:fltVal val="90"/>
                                          </p:val>
                                        </p:tav>
                                        <p:tav tm="100000">
                                          <p:val>
                                            <p:fltVal val="0"/>
                                          </p:val>
                                        </p:tav>
                                      </p:tavLst>
                                    </p:anim>
                                    <p:animEffect transition="in" filter="fade">
                                      <p:cBhvr>
                                        <p:cTn id="18" dur="1000"/>
                                        <p:tgtEl>
                                          <p:spTgt spid="5"/>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anim calcmode="lin" valueType="num">
                                      <p:cBhvr>
                                        <p:cTn id="23" dur="1000" fill="hold"/>
                                        <p:tgtEl>
                                          <p:spTgt spid="6"/>
                                        </p:tgtEl>
                                        <p:attrNameLst>
                                          <p:attrName>ppt_w</p:attrName>
                                        </p:attrNameLst>
                                      </p:cBhvr>
                                      <p:tavLst>
                                        <p:tav tm="0">
                                          <p:val>
                                            <p:fltVal val="0"/>
                                          </p:val>
                                        </p:tav>
                                        <p:tav tm="100000">
                                          <p:val>
                                            <p:strVal val="#ppt_w"/>
                                          </p:val>
                                        </p:tav>
                                      </p:tavLst>
                                    </p:anim>
                                    <p:anim calcmode="lin" valueType="num">
                                      <p:cBhvr>
                                        <p:cTn id="24" dur="1000" fill="hold"/>
                                        <p:tgtEl>
                                          <p:spTgt spid="6"/>
                                        </p:tgtEl>
                                        <p:attrNameLst>
                                          <p:attrName>ppt_h</p:attrName>
                                        </p:attrNameLst>
                                      </p:cBhvr>
                                      <p:tavLst>
                                        <p:tav tm="0">
                                          <p:val>
                                            <p:fltVal val="0"/>
                                          </p:val>
                                        </p:tav>
                                        <p:tav tm="100000">
                                          <p:val>
                                            <p:strVal val="#ppt_h"/>
                                          </p:val>
                                        </p:tav>
                                      </p:tavLst>
                                    </p:anim>
                                    <p:anim calcmode="lin" valueType="num">
                                      <p:cBhvr>
                                        <p:cTn id="25" dur="1000" fill="hold"/>
                                        <p:tgtEl>
                                          <p:spTgt spid="6"/>
                                        </p:tgtEl>
                                        <p:attrNameLst>
                                          <p:attrName>style.rotation</p:attrName>
                                        </p:attrNameLst>
                                      </p:cBhvr>
                                      <p:tavLst>
                                        <p:tav tm="0">
                                          <p:val>
                                            <p:fltVal val="90"/>
                                          </p:val>
                                        </p:tav>
                                        <p:tav tm="100000">
                                          <p:val>
                                            <p:fltVal val="0"/>
                                          </p:val>
                                        </p:tav>
                                      </p:tavLst>
                                    </p:anim>
                                    <p:animEffect transition="in" filter="fade">
                                      <p:cBhvr>
                                        <p:cTn id="26" dur="1000"/>
                                        <p:tgtEl>
                                          <p:spTgt spid="6"/>
                                        </p:tgtEl>
                                      </p:cBhvr>
                                    </p:animEffect>
                                  </p:childTnLst>
                                </p:cTn>
                              </p:par>
                            </p:childTnLst>
                          </p:cTn>
                        </p:par>
                      </p:childTnLst>
                    </p:cTn>
                  </p:par>
                  <p:par>
                    <p:cTn id="27" fill="hold">
                      <p:stCondLst>
                        <p:cond delay="indefinite"/>
                      </p:stCondLst>
                      <p:childTnLst>
                        <p:par>
                          <p:cTn id="28" fill="hold">
                            <p:stCondLst>
                              <p:cond delay="0"/>
                            </p:stCondLst>
                            <p:childTnLst>
                              <p:par>
                                <p:cTn id="29" presetID="31" presetClass="entr" presetSubtype="0"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p:cTn id="31" dur="1000" fill="hold"/>
                                        <p:tgtEl>
                                          <p:spTgt spid="7"/>
                                        </p:tgtEl>
                                        <p:attrNameLst>
                                          <p:attrName>ppt_w</p:attrName>
                                        </p:attrNameLst>
                                      </p:cBhvr>
                                      <p:tavLst>
                                        <p:tav tm="0">
                                          <p:val>
                                            <p:fltVal val="0"/>
                                          </p:val>
                                        </p:tav>
                                        <p:tav tm="100000">
                                          <p:val>
                                            <p:strVal val="#ppt_w"/>
                                          </p:val>
                                        </p:tav>
                                      </p:tavLst>
                                    </p:anim>
                                    <p:anim calcmode="lin" valueType="num">
                                      <p:cBhvr>
                                        <p:cTn id="32" dur="1000" fill="hold"/>
                                        <p:tgtEl>
                                          <p:spTgt spid="7"/>
                                        </p:tgtEl>
                                        <p:attrNameLst>
                                          <p:attrName>ppt_h</p:attrName>
                                        </p:attrNameLst>
                                      </p:cBhvr>
                                      <p:tavLst>
                                        <p:tav tm="0">
                                          <p:val>
                                            <p:fltVal val="0"/>
                                          </p:val>
                                        </p:tav>
                                        <p:tav tm="100000">
                                          <p:val>
                                            <p:strVal val="#ppt_h"/>
                                          </p:val>
                                        </p:tav>
                                      </p:tavLst>
                                    </p:anim>
                                    <p:anim calcmode="lin" valueType="num">
                                      <p:cBhvr>
                                        <p:cTn id="33" dur="1000" fill="hold"/>
                                        <p:tgtEl>
                                          <p:spTgt spid="7"/>
                                        </p:tgtEl>
                                        <p:attrNameLst>
                                          <p:attrName>style.rotation</p:attrName>
                                        </p:attrNameLst>
                                      </p:cBhvr>
                                      <p:tavLst>
                                        <p:tav tm="0">
                                          <p:val>
                                            <p:fltVal val="90"/>
                                          </p:val>
                                        </p:tav>
                                        <p:tav tm="100000">
                                          <p:val>
                                            <p:fltVal val="0"/>
                                          </p:val>
                                        </p:tav>
                                      </p:tavLst>
                                    </p:anim>
                                    <p:animEffect transition="in" filter="fade">
                                      <p:cBhvr>
                                        <p:cTn id="34" dur="1000"/>
                                        <p:tgtEl>
                                          <p:spTgt spid="7"/>
                                        </p:tgtEl>
                                      </p:cBhvr>
                                    </p:animEffect>
                                  </p:childTnLst>
                                </p:cTn>
                              </p:par>
                            </p:childTnLst>
                          </p:cTn>
                        </p:par>
                      </p:childTnLst>
                    </p:cTn>
                  </p:par>
                  <p:par>
                    <p:cTn id="35" fill="hold">
                      <p:stCondLst>
                        <p:cond delay="indefinite"/>
                      </p:stCondLst>
                      <p:childTnLst>
                        <p:par>
                          <p:cTn id="36" fill="hold">
                            <p:stCondLst>
                              <p:cond delay="0"/>
                            </p:stCondLst>
                            <p:childTnLst>
                              <p:par>
                                <p:cTn id="37" presetID="31" presetClass="entr" presetSubtype="0" fill="hold" nodeType="clickEffect">
                                  <p:stCondLst>
                                    <p:cond delay="0"/>
                                  </p:stCondLst>
                                  <p:childTnLst>
                                    <p:set>
                                      <p:cBhvr>
                                        <p:cTn id="38" dur="1" fill="hold">
                                          <p:stCondLst>
                                            <p:cond delay="0"/>
                                          </p:stCondLst>
                                        </p:cTn>
                                        <p:tgtEl>
                                          <p:spTgt spid="8">
                                            <p:txEl>
                                              <p:pRg st="0" end="0"/>
                                            </p:txEl>
                                          </p:spTgt>
                                        </p:tgtEl>
                                        <p:attrNameLst>
                                          <p:attrName>style.visibility</p:attrName>
                                        </p:attrNameLst>
                                      </p:cBhvr>
                                      <p:to>
                                        <p:strVal val="visible"/>
                                      </p:to>
                                    </p:set>
                                    <p:anim calcmode="lin" valueType="num">
                                      <p:cBhvr>
                                        <p:cTn id="39" dur="1000" fill="hold"/>
                                        <p:tgtEl>
                                          <p:spTgt spid="8">
                                            <p:txEl>
                                              <p:pRg st="0" end="0"/>
                                            </p:txEl>
                                          </p:spTgt>
                                        </p:tgtEl>
                                        <p:attrNameLst>
                                          <p:attrName>ppt_w</p:attrName>
                                        </p:attrNameLst>
                                      </p:cBhvr>
                                      <p:tavLst>
                                        <p:tav tm="0">
                                          <p:val>
                                            <p:fltVal val="0"/>
                                          </p:val>
                                        </p:tav>
                                        <p:tav tm="100000">
                                          <p:val>
                                            <p:strVal val="#ppt_w"/>
                                          </p:val>
                                        </p:tav>
                                      </p:tavLst>
                                    </p:anim>
                                    <p:anim calcmode="lin" valueType="num">
                                      <p:cBhvr>
                                        <p:cTn id="40" dur="1000" fill="hold"/>
                                        <p:tgtEl>
                                          <p:spTgt spid="8">
                                            <p:txEl>
                                              <p:pRg st="0" end="0"/>
                                            </p:txEl>
                                          </p:spTgt>
                                        </p:tgtEl>
                                        <p:attrNameLst>
                                          <p:attrName>ppt_h</p:attrName>
                                        </p:attrNameLst>
                                      </p:cBhvr>
                                      <p:tavLst>
                                        <p:tav tm="0">
                                          <p:val>
                                            <p:fltVal val="0"/>
                                          </p:val>
                                        </p:tav>
                                        <p:tav tm="100000">
                                          <p:val>
                                            <p:strVal val="#ppt_h"/>
                                          </p:val>
                                        </p:tav>
                                      </p:tavLst>
                                    </p:anim>
                                    <p:anim calcmode="lin" valueType="num">
                                      <p:cBhvr>
                                        <p:cTn id="41" dur="1000" fill="hold"/>
                                        <p:tgtEl>
                                          <p:spTgt spid="8">
                                            <p:txEl>
                                              <p:pRg st="0" end="0"/>
                                            </p:txEl>
                                          </p:spTgt>
                                        </p:tgtEl>
                                        <p:attrNameLst>
                                          <p:attrName>style.rotation</p:attrName>
                                        </p:attrNameLst>
                                      </p:cBhvr>
                                      <p:tavLst>
                                        <p:tav tm="0">
                                          <p:val>
                                            <p:fltVal val="90"/>
                                          </p:val>
                                        </p:tav>
                                        <p:tav tm="100000">
                                          <p:val>
                                            <p:fltVal val="0"/>
                                          </p:val>
                                        </p:tav>
                                      </p:tavLst>
                                    </p:anim>
                                    <p:animEffect transition="in" filter="fade">
                                      <p:cBhvr>
                                        <p:cTn id="42" dur="1000"/>
                                        <p:tgtEl>
                                          <p:spTgt spid="8">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1" presetClass="entr" presetSubtype="0" fill="hold" nodeType="clickEffect">
                                  <p:stCondLst>
                                    <p:cond delay="0"/>
                                  </p:stCondLst>
                                  <p:childTnLst>
                                    <p:set>
                                      <p:cBhvr>
                                        <p:cTn id="46" dur="1" fill="hold">
                                          <p:stCondLst>
                                            <p:cond delay="0"/>
                                          </p:stCondLst>
                                        </p:cTn>
                                        <p:tgtEl>
                                          <p:spTgt spid="9">
                                            <p:txEl>
                                              <p:pRg st="0" end="0"/>
                                            </p:txEl>
                                          </p:spTgt>
                                        </p:tgtEl>
                                        <p:attrNameLst>
                                          <p:attrName>style.visibility</p:attrName>
                                        </p:attrNameLst>
                                      </p:cBhvr>
                                      <p:to>
                                        <p:strVal val="visible"/>
                                      </p:to>
                                    </p:set>
                                    <p:anim calcmode="lin" valueType="num">
                                      <p:cBhvr>
                                        <p:cTn id="47" dur="1000" fill="hold"/>
                                        <p:tgtEl>
                                          <p:spTgt spid="9">
                                            <p:txEl>
                                              <p:pRg st="0" end="0"/>
                                            </p:txEl>
                                          </p:spTgt>
                                        </p:tgtEl>
                                        <p:attrNameLst>
                                          <p:attrName>ppt_w</p:attrName>
                                        </p:attrNameLst>
                                      </p:cBhvr>
                                      <p:tavLst>
                                        <p:tav tm="0">
                                          <p:val>
                                            <p:fltVal val="0"/>
                                          </p:val>
                                        </p:tav>
                                        <p:tav tm="100000">
                                          <p:val>
                                            <p:strVal val="#ppt_w"/>
                                          </p:val>
                                        </p:tav>
                                      </p:tavLst>
                                    </p:anim>
                                    <p:anim calcmode="lin" valueType="num">
                                      <p:cBhvr>
                                        <p:cTn id="48" dur="1000" fill="hold"/>
                                        <p:tgtEl>
                                          <p:spTgt spid="9">
                                            <p:txEl>
                                              <p:pRg st="0" end="0"/>
                                            </p:txEl>
                                          </p:spTgt>
                                        </p:tgtEl>
                                        <p:attrNameLst>
                                          <p:attrName>ppt_h</p:attrName>
                                        </p:attrNameLst>
                                      </p:cBhvr>
                                      <p:tavLst>
                                        <p:tav tm="0">
                                          <p:val>
                                            <p:fltVal val="0"/>
                                          </p:val>
                                        </p:tav>
                                        <p:tav tm="100000">
                                          <p:val>
                                            <p:strVal val="#ppt_h"/>
                                          </p:val>
                                        </p:tav>
                                      </p:tavLst>
                                    </p:anim>
                                    <p:anim calcmode="lin" valueType="num">
                                      <p:cBhvr>
                                        <p:cTn id="49" dur="1000" fill="hold"/>
                                        <p:tgtEl>
                                          <p:spTgt spid="9">
                                            <p:txEl>
                                              <p:pRg st="0" end="0"/>
                                            </p:txEl>
                                          </p:spTgt>
                                        </p:tgtEl>
                                        <p:attrNameLst>
                                          <p:attrName>style.rotation</p:attrName>
                                        </p:attrNameLst>
                                      </p:cBhvr>
                                      <p:tavLst>
                                        <p:tav tm="0">
                                          <p:val>
                                            <p:fltVal val="90"/>
                                          </p:val>
                                        </p:tav>
                                        <p:tav tm="100000">
                                          <p:val>
                                            <p:fltVal val="0"/>
                                          </p:val>
                                        </p:tav>
                                      </p:tavLst>
                                    </p:anim>
                                    <p:animEffect transition="in" filter="fade">
                                      <p:cBhvr>
                                        <p:cTn id="50" dur="1000"/>
                                        <p:tgtEl>
                                          <p:spTgt spid="9">
                                            <p:txEl>
                                              <p:pRg st="0" end="0"/>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31" presetClass="entr" presetSubtype="0" fill="hold" nodeType="clickEffect">
                                  <p:stCondLst>
                                    <p:cond delay="0"/>
                                  </p:stCondLst>
                                  <p:childTnLst>
                                    <p:set>
                                      <p:cBhvr>
                                        <p:cTn id="54" dur="1" fill="hold">
                                          <p:stCondLst>
                                            <p:cond delay="0"/>
                                          </p:stCondLst>
                                        </p:cTn>
                                        <p:tgtEl>
                                          <p:spTgt spid="10">
                                            <p:txEl>
                                              <p:pRg st="0" end="0"/>
                                            </p:txEl>
                                          </p:spTgt>
                                        </p:tgtEl>
                                        <p:attrNameLst>
                                          <p:attrName>style.visibility</p:attrName>
                                        </p:attrNameLst>
                                      </p:cBhvr>
                                      <p:to>
                                        <p:strVal val="visible"/>
                                      </p:to>
                                    </p:set>
                                    <p:anim calcmode="lin" valueType="num">
                                      <p:cBhvr>
                                        <p:cTn id="55" dur="1000" fill="hold"/>
                                        <p:tgtEl>
                                          <p:spTgt spid="10">
                                            <p:txEl>
                                              <p:pRg st="0" end="0"/>
                                            </p:txEl>
                                          </p:spTgt>
                                        </p:tgtEl>
                                        <p:attrNameLst>
                                          <p:attrName>ppt_w</p:attrName>
                                        </p:attrNameLst>
                                      </p:cBhvr>
                                      <p:tavLst>
                                        <p:tav tm="0">
                                          <p:val>
                                            <p:fltVal val="0"/>
                                          </p:val>
                                        </p:tav>
                                        <p:tav tm="100000">
                                          <p:val>
                                            <p:strVal val="#ppt_w"/>
                                          </p:val>
                                        </p:tav>
                                      </p:tavLst>
                                    </p:anim>
                                    <p:anim calcmode="lin" valueType="num">
                                      <p:cBhvr>
                                        <p:cTn id="56" dur="1000" fill="hold"/>
                                        <p:tgtEl>
                                          <p:spTgt spid="10">
                                            <p:txEl>
                                              <p:pRg st="0" end="0"/>
                                            </p:txEl>
                                          </p:spTgt>
                                        </p:tgtEl>
                                        <p:attrNameLst>
                                          <p:attrName>ppt_h</p:attrName>
                                        </p:attrNameLst>
                                      </p:cBhvr>
                                      <p:tavLst>
                                        <p:tav tm="0">
                                          <p:val>
                                            <p:fltVal val="0"/>
                                          </p:val>
                                        </p:tav>
                                        <p:tav tm="100000">
                                          <p:val>
                                            <p:strVal val="#ppt_h"/>
                                          </p:val>
                                        </p:tav>
                                      </p:tavLst>
                                    </p:anim>
                                    <p:anim calcmode="lin" valueType="num">
                                      <p:cBhvr>
                                        <p:cTn id="57" dur="1000" fill="hold"/>
                                        <p:tgtEl>
                                          <p:spTgt spid="10">
                                            <p:txEl>
                                              <p:pRg st="0" end="0"/>
                                            </p:txEl>
                                          </p:spTgt>
                                        </p:tgtEl>
                                        <p:attrNameLst>
                                          <p:attrName>style.rotation</p:attrName>
                                        </p:attrNameLst>
                                      </p:cBhvr>
                                      <p:tavLst>
                                        <p:tav tm="0">
                                          <p:val>
                                            <p:fltVal val="90"/>
                                          </p:val>
                                        </p:tav>
                                        <p:tav tm="100000">
                                          <p:val>
                                            <p:fltVal val="0"/>
                                          </p:val>
                                        </p:tav>
                                      </p:tavLst>
                                    </p:anim>
                                    <p:animEffect transition="in" filter="fade">
                                      <p:cBhvr>
                                        <p:cTn id="58" dur="1000"/>
                                        <p:tgtEl>
                                          <p:spTgt spid="10">
                                            <p:txEl>
                                              <p:pRg st="0" end="0"/>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31" presetClass="entr" presetSubtype="0" fill="hold" nodeType="clickEffect">
                                  <p:stCondLst>
                                    <p:cond delay="0"/>
                                  </p:stCondLst>
                                  <p:childTnLst>
                                    <p:set>
                                      <p:cBhvr>
                                        <p:cTn id="62" dur="1" fill="hold">
                                          <p:stCondLst>
                                            <p:cond delay="0"/>
                                          </p:stCondLst>
                                        </p:cTn>
                                        <p:tgtEl>
                                          <p:spTgt spid="11">
                                            <p:txEl>
                                              <p:pRg st="0" end="0"/>
                                            </p:txEl>
                                          </p:spTgt>
                                        </p:tgtEl>
                                        <p:attrNameLst>
                                          <p:attrName>style.visibility</p:attrName>
                                        </p:attrNameLst>
                                      </p:cBhvr>
                                      <p:to>
                                        <p:strVal val="visible"/>
                                      </p:to>
                                    </p:set>
                                    <p:anim calcmode="lin" valueType="num">
                                      <p:cBhvr>
                                        <p:cTn id="63" dur="1000" fill="hold"/>
                                        <p:tgtEl>
                                          <p:spTgt spid="11">
                                            <p:txEl>
                                              <p:pRg st="0" end="0"/>
                                            </p:txEl>
                                          </p:spTgt>
                                        </p:tgtEl>
                                        <p:attrNameLst>
                                          <p:attrName>ppt_w</p:attrName>
                                        </p:attrNameLst>
                                      </p:cBhvr>
                                      <p:tavLst>
                                        <p:tav tm="0">
                                          <p:val>
                                            <p:fltVal val="0"/>
                                          </p:val>
                                        </p:tav>
                                        <p:tav tm="100000">
                                          <p:val>
                                            <p:strVal val="#ppt_w"/>
                                          </p:val>
                                        </p:tav>
                                      </p:tavLst>
                                    </p:anim>
                                    <p:anim calcmode="lin" valueType="num">
                                      <p:cBhvr>
                                        <p:cTn id="64" dur="1000" fill="hold"/>
                                        <p:tgtEl>
                                          <p:spTgt spid="11">
                                            <p:txEl>
                                              <p:pRg st="0" end="0"/>
                                            </p:txEl>
                                          </p:spTgt>
                                        </p:tgtEl>
                                        <p:attrNameLst>
                                          <p:attrName>ppt_h</p:attrName>
                                        </p:attrNameLst>
                                      </p:cBhvr>
                                      <p:tavLst>
                                        <p:tav tm="0">
                                          <p:val>
                                            <p:fltVal val="0"/>
                                          </p:val>
                                        </p:tav>
                                        <p:tav tm="100000">
                                          <p:val>
                                            <p:strVal val="#ppt_h"/>
                                          </p:val>
                                        </p:tav>
                                      </p:tavLst>
                                    </p:anim>
                                    <p:anim calcmode="lin" valueType="num">
                                      <p:cBhvr>
                                        <p:cTn id="65" dur="1000" fill="hold"/>
                                        <p:tgtEl>
                                          <p:spTgt spid="11">
                                            <p:txEl>
                                              <p:pRg st="0" end="0"/>
                                            </p:txEl>
                                          </p:spTgt>
                                        </p:tgtEl>
                                        <p:attrNameLst>
                                          <p:attrName>style.rotation</p:attrName>
                                        </p:attrNameLst>
                                      </p:cBhvr>
                                      <p:tavLst>
                                        <p:tav tm="0">
                                          <p:val>
                                            <p:fltVal val="90"/>
                                          </p:val>
                                        </p:tav>
                                        <p:tav tm="100000">
                                          <p:val>
                                            <p:fltVal val="0"/>
                                          </p:val>
                                        </p:tav>
                                      </p:tavLst>
                                    </p:anim>
                                    <p:animEffect transition="in" filter="fade">
                                      <p:cBhvr>
                                        <p:cTn id="66" dur="1000"/>
                                        <p:tgtEl>
                                          <p:spTgt spid="11">
                                            <p:txEl>
                                              <p:pRg st="0" end="0"/>
                                            </p:txEl>
                                          </p:spTgt>
                                        </p:tgtEl>
                                      </p:cBhvr>
                                    </p:animEffect>
                                  </p:childTnLst>
                                </p:cTn>
                              </p:par>
                            </p:childTnLst>
                          </p:cTn>
                        </p:par>
                      </p:childTnLst>
                    </p:cTn>
                  </p:par>
                  <p:par>
                    <p:cTn id="67" fill="hold">
                      <p:stCondLst>
                        <p:cond delay="indefinite"/>
                      </p:stCondLst>
                      <p:childTnLst>
                        <p:par>
                          <p:cTn id="68" fill="hold">
                            <p:stCondLst>
                              <p:cond delay="0"/>
                            </p:stCondLst>
                            <p:childTnLst>
                              <p:par>
                                <p:cTn id="69" presetID="31" presetClass="entr" presetSubtype="0" fill="hold" nodeType="clickEffect">
                                  <p:stCondLst>
                                    <p:cond delay="0"/>
                                  </p:stCondLst>
                                  <p:childTnLst>
                                    <p:set>
                                      <p:cBhvr>
                                        <p:cTn id="70" dur="1" fill="hold">
                                          <p:stCondLst>
                                            <p:cond delay="0"/>
                                          </p:stCondLst>
                                        </p:cTn>
                                        <p:tgtEl>
                                          <p:spTgt spid="3">
                                            <p:txEl>
                                              <p:pRg st="0" end="0"/>
                                            </p:txEl>
                                          </p:spTgt>
                                        </p:tgtEl>
                                        <p:attrNameLst>
                                          <p:attrName>style.visibility</p:attrName>
                                        </p:attrNameLst>
                                      </p:cBhvr>
                                      <p:to>
                                        <p:strVal val="visible"/>
                                      </p:to>
                                    </p:set>
                                    <p:anim calcmode="lin" valueType="num">
                                      <p:cBhvr>
                                        <p:cTn id="71" dur="1000" fill="hold"/>
                                        <p:tgtEl>
                                          <p:spTgt spid="3">
                                            <p:txEl>
                                              <p:pRg st="0" end="0"/>
                                            </p:txEl>
                                          </p:spTgt>
                                        </p:tgtEl>
                                        <p:attrNameLst>
                                          <p:attrName>ppt_w</p:attrName>
                                        </p:attrNameLst>
                                      </p:cBhvr>
                                      <p:tavLst>
                                        <p:tav tm="0">
                                          <p:val>
                                            <p:fltVal val="0"/>
                                          </p:val>
                                        </p:tav>
                                        <p:tav tm="100000">
                                          <p:val>
                                            <p:strVal val="#ppt_w"/>
                                          </p:val>
                                        </p:tav>
                                      </p:tavLst>
                                    </p:anim>
                                    <p:anim calcmode="lin" valueType="num">
                                      <p:cBhvr>
                                        <p:cTn id="72" dur="1000" fill="hold"/>
                                        <p:tgtEl>
                                          <p:spTgt spid="3">
                                            <p:txEl>
                                              <p:pRg st="0" end="0"/>
                                            </p:txEl>
                                          </p:spTgt>
                                        </p:tgtEl>
                                        <p:attrNameLst>
                                          <p:attrName>ppt_h</p:attrName>
                                        </p:attrNameLst>
                                      </p:cBhvr>
                                      <p:tavLst>
                                        <p:tav tm="0">
                                          <p:val>
                                            <p:fltVal val="0"/>
                                          </p:val>
                                        </p:tav>
                                        <p:tav tm="100000">
                                          <p:val>
                                            <p:strVal val="#ppt_h"/>
                                          </p:val>
                                        </p:tav>
                                      </p:tavLst>
                                    </p:anim>
                                    <p:anim calcmode="lin" valueType="num">
                                      <p:cBhvr>
                                        <p:cTn id="73" dur="1000" fill="hold"/>
                                        <p:tgtEl>
                                          <p:spTgt spid="3">
                                            <p:txEl>
                                              <p:pRg st="0" end="0"/>
                                            </p:txEl>
                                          </p:spTgt>
                                        </p:tgtEl>
                                        <p:attrNameLst>
                                          <p:attrName>style.rotation</p:attrName>
                                        </p:attrNameLst>
                                      </p:cBhvr>
                                      <p:tavLst>
                                        <p:tav tm="0">
                                          <p:val>
                                            <p:fltVal val="90"/>
                                          </p:val>
                                        </p:tav>
                                        <p:tav tm="100000">
                                          <p:val>
                                            <p:fltVal val="0"/>
                                          </p:val>
                                        </p:tav>
                                      </p:tavLst>
                                    </p:anim>
                                    <p:animEffect transition="in" filter="fade">
                                      <p:cBhvr>
                                        <p:cTn id="74" dur="1000"/>
                                        <p:tgtEl>
                                          <p:spTgt spid="3">
                                            <p:txEl>
                                              <p:pRg st="0" end="0"/>
                                            </p:txEl>
                                          </p:spTgt>
                                        </p:tgtEl>
                                      </p:cBhvr>
                                    </p:animEffect>
                                  </p:childTnLst>
                                </p:cTn>
                              </p:par>
                            </p:childTnLst>
                          </p:cTn>
                        </p:par>
                      </p:childTnLst>
                    </p:cTn>
                  </p:par>
                  <p:par>
                    <p:cTn id="75" fill="hold">
                      <p:stCondLst>
                        <p:cond delay="indefinite"/>
                      </p:stCondLst>
                      <p:childTnLst>
                        <p:par>
                          <p:cTn id="76" fill="hold">
                            <p:stCondLst>
                              <p:cond delay="0"/>
                            </p:stCondLst>
                            <p:childTnLst>
                              <p:par>
                                <p:cTn id="77" presetID="42" presetClass="entr" presetSubtype="0" fill="hold" grpId="0" nodeType="clickEffect">
                                  <p:stCondLst>
                                    <p:cond delay="0"/>
                                  </p:stCondLst>
                                  <p:childTnLst>
                                    <p:set>
                                      <p:cBhvr>
                                        <p:cTn id="78" dur="1" fill="hold">
                                          <p:stCondLst>
                                            <p:cond delay="0"/>
                                          </p:stCondLst>
                                        </p:cTn>
                                        <p:tgtEl>
                                          <p:spTgt spid="13"/>
                                        </p:tgtEl>
                                        <p:attrNameLst>
                                          <p:attrName>style.visibility</p:attrName>
                                        </p:attrNameLst>
                                      </p:cBhvr>
                                      <p:to>
                                        <p:strVal val="visible"/>
                                      </p:to>
                                    </p:set>
                                    <p:animEffect transition="in" filter="fade">
                                      <p:cBhvr>
                                        <p:cTn id="79" dur="1000"/>
                                        <p:tgtEl>
                                          <p:spTgt spid="13"/>
                                        </p:tgtEl>
                                      </p:cBhvr>
                                    </p:animEffect>
                                    <p:anim calcmode="lin" valueType="num">
                                      <p:cBhvr>
                                        <p:cTn id="80" dur="1000" fill="hold"/>
                                        <p:tgtEl>
                                          <p:spTgt spid="13"/>
                                        </p:tgtEl>
                                        <p:attrNameLst>
                                          <p:attrName>ppt_x</p:attrName>
                                        </p:attrNameLst>
                                      </p:cBhvr>
                                      <p:tavLst>
                                        <p:tav tm="0">
                                          <p:val>
                                            <p:strVal val="#ppt_x"/>
                                          </p:val>
                                        </p:tav>
                                        <p:tav tm="100000">
                                          <p:val>
                                            <p:strVal val="#ppt_x"/>
                                          </p:val>
                                        </p:tav>
                                      </p:tavLst>
                                    </p:anim>
                                    <p:anim calcmode="lin" valueType="num">
                                      <p:cBhvr>
                                        <p:cTn id="81"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1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כותרת תחתונה 1">
            <a:extLst>
              <a:ext uri="{FF2B5EF4-FFF2-40B4-BE49-F238E27FC236}">
                <a16:creationId xmlns:a16="http://schemas.microsoft.com/office/drawing/2014/main" id="{1DD43BEE-930E-4BF5-860E-5A7BB644AEA4}"/>
              </a:ext>
            </a:extLst>
          </p:cNvPr>
          <p:cNvSpPr>
            <a:spLocks noGrp="1"/>
          </p:cNvSpPr>
          <p:nvPr>
            <p:ph type="ftr" sz="quarter" idx="11"/>
          </p:nvPr>
        </p:nvSpPr>
        <p:spPr/>
        <p:txBody>
          <a:bodyPr/>
          <a:lstStyle/>
          <a:p>
            <a:r>
              <a:rPr lang="he-IL"/>
              <a:t>לקט מצוות מספר החינוך</a:t>
            </a:r>
          </a:p>
        </p:txBody>
      </p:sp>
      <p:sp>
        <p:nvSpPr>
          <p:cNvPr id="3" name="תיבת טקסט 2">
            <a:extLst>
              <a:ext uri="{FF2B5EF4-FFF2-40B4-BE49-F238E27FC236}">
                <a16:creationId xmlns:a16="http://schemas.microsoft.com/office/drawing/2014/main" id="{3185AF51-18DA-4008-9352-72B5CFB9BCF1}"/>
              </a:ext>
            </a:extLst>
          </p:cNvPr>
          <p:cNvSpPr txBox="1"/>
          <p:nvPr/>
        </p:nvSpPr>
        <p:spPr>
          <a:xfrm>
            <a:off x="618718" y="936218"/>
            <a:ext cx="10974102" cy="523220"/>
          </a:xfrm>
          <a:prstGeom prst="rect">
            <a:avLst/>
          </a:prstGeom>
          <a:noFill/>
        </p:spPr>
        <p:txBody>
          <a:bodyPr wrap="square" rtlCol="1">
            <a:spAutoFit/>
          </a:bodyPr>
          <a:lstStyle/>
          <a:p>
            <a:pPr algn="ctr"/>
            <a:r>
              <a:rPr lang="he" sz="2800" b="1" u="sng" dirty="0"/>
              <a:t>חלוקת המצוות</a:t>
            </a:r>
            <a:endParaRPr lang="he-IL" sz="2800" b="1" u="sng" dirty="0"/>
          </a:p>
        </p:txBody>
      </p:sp>
      <p:sp>
        <p:nvSpPr>
          <p:cNvPr id="4" name="תיבת טקסט 3">
            <a:extLst>
              <a:ext uri="{FF2B5EF4-FFF2-40B4-BE49-F238E27FC236}">
                <a16:creationId xmlns:a16="http://schemas.microsoft.com/office/drawing/2014/main" id="{6AEF7E80-A18D-4D18-8344-63F7F01DBEB2}"/>
              </a:ext>
            </a:extLst>
          </p:cNvPr>
          <p:cNvSpPr txBox="1"/>
          <p:nvPr/>
        </p:nvSpPr>
        <p:spPr>
          <a:xfrm>
            <a:off x="618718" y="1650187"/>
            <a:ext cx="10974103" cy="646331"/>
          </a:xfrm>
          <a:prstGeom prst="rect">
            <a:avLst/>
          </a:prstGeom>
          <a:noFill/>
        </p:spPr>
        <p:txBody>
          <a:bodyPr wrap="square" rtlCol="1">
            <a:spAutoFit/>
          </a:bodyPr>
          <a:lstStyle/>
          <a:p>
            <a:pPr algn="r"/>
            <a:r>
              <a:rPr lang="he" dirty="0">
                <a:latin typeface="Guttman Yad-Brush" panose="02010401010101010101" pitchFamily="2" charset="-79"/>
                <a:cs typeface="Guttman Yad-Brush" panose="02010401010101010101" pitchFamily="2" charset="-79"/>
              </a:rPr>
              <a:t>                                      </a:t>
            </a:r>
            <a:r>
              <a:rPr lang="he" sz="3600" dirty="0">
                <a:latin typeface="Guttman Yad-Brush" panose="02010401010101010101" pitchFamily="2" charset="-79"/>
                <a:cs typeface="Guttman Yad-Brush" panose="02010401010101010101" pitchFamily="2" charset="-79"/>
              </a:rPr>
              <a:t>תרי"ג מצוות</a:t>
            </a:r>
            <a:endParaRPr lang="he-IL" sz="3600" dirty="0">
              <a:latin typeface="Guttman Yad-Brush" panose="02010401010101010101" pitchFamily="2" charset="-79"/>
              <a:cs typeface="Guttman Yad-Brush" panose="02010401010101010101" pitchFamily="2" charset="-79"/>
            </a:endParaRPr>
          </a:p>
        </p:txBody>
      </p:sp>
      <p:sp>
        <p:nvSpPr>
          <p:cNvPr id="5" name="תיבת טקסט 4">
            <a:extLst>
              <a:ext uri="{FF2B5EF4-FFF2-40B4-BE49-F238E27FC236}">
                <a16:creationId xmlns:a16="http://schemas.microsoft.com/office/drawing/2014/main" id="{FC7C8B41-B559-42E6-A824-6CCC2EDA3C4D}"/>
              </a:ext>
            </a:extLst>
          </p:cNvPr>
          <p:cNvSpPr txBox="1"/>
          <p:nvPr/>
        </p:nvSpPr>
        <p:spPr>
          <a:xfrm>
            <a:off x="5183228" y="2084103"/>
            <a:ext cx="5782734" cy="369332"/>
          </a:xfrm>
          <a:prstGeom prst="rect">
            <a:avLst/>
          </a:prstGeom>
          <a:noFill/>
        </p:spPr>
        <p:txBody>
          <a:bodyPr wrap="square" rtlCol="1">
            <a:spAutoFit/>
          </a:bodyPr>
          <a:lstStyle/>
          <a:p>
            <a:pPr algn="r"/>
            <a:r>
              <a:rPr lang="he" dirty="0"/>
              <a:t>החלוקה לא נאמרה.</a:t>
            </a:r>
            <a:endParaRPr lang="he-IL" dirty="0"/>
          </a:p>
        </p:txBody>
      </p:sp>
      <p:sp>
        <p:nvSpPr>
          <p:cNvPr id="6" name="תיבת טקסט 5">
            <a:extLst>
              <a:ext uri="{FF2B5EF4-FFF2-40B4-BE49-F238E27FC236}">
                <a16:creationId xmlns:a16="http://schemas.microsoft.com/office/drawing/2014/main" id="{8344E0AE-8BEF-4208-B043-7C59BFC1B018}"/>
              </a:ext>
            </a:extLst>
          </p:cNvPr>
          <p:cNvSpPr txBox="1"/>
          <p:nvPr/>
        </p:nvSpPr>
        <p:spPr>
          <a:xfrm>
            <a:off x="729842" y="2585656"/>
            <a:ext cx="10236120" cy="369332"/>
          </a:xfrm>
          <a:prstGeom prst="rect">
            <a:avLst/>
          </a:prstGeom>
          <a:noFill/>
        </p:spPr>
        <p:txBody>
          <a:bodyPr wrap="square" rtlCol="1">
            <a:spAutoFit/>
          </a:bodyPr>
          <a:lstStyle/>
          <a:p>
            <a:pPr algn="r"/>
            <a:r>
              <a:rPr lang="he" dirty="0"/>
              <a:t>סמ"ג- עושק וגזילה נמנות כמצווה אחת. (המצווה הנוספת שמופיע</a:t>
            </a:r>
            <a:r>
              <a:rPr lang="he-IL" dirty="0"/>
              <a:t>ה</a:t>
            </a:r>
            <a:r>
              <a:rPr lang="he" dirty="0"/>
              <a:t> במניינו- "ולא יהיה כקורח</a:t>
            </a:r>
            <a:r>
              <a:rPr lang="he-IL" dirty="0"/>
              <a:t> ועדתו</a:t>
            </a:r>
            <a:r>
              <a:rPr lang="he" dirty="0"/>
              <a:t>"= האיסור להחזיק במחלוקת)</a:t>
            </a:r>
            <a:endParaRPr lang="he-IL" dirty="0"/>
          </a:p>
        </p:txBody>
      </p:sp>
      <p:sp>
        <p:nvSpPr>
          <p:cNvPr id="7" name="תיבת טקסט 6">
            <a:extLst>
              <a:ext uri="{FF2B5EF4-FFF2-40B4-BE49-F238E27FC236}">
                <a16:creationId xmlns:a16="http://schemas.microsoft.com/office/drawing/2014/main" id="{13095A16-4929-4779-B718-4B1CC363511A}"/>
              </a:ext>
            </a:extLst>
          </p:cNvPr>
          <p:cNvSpPr txBox="1"/>
          <p:nvPr/>
        </p:nvSpPr>
        <p:spPr>
          <a:xfrm>
            <a:off x="5183228" y="3215704"/>
            <a:ext cx="5864144" cy="369332"/>
          </a:xfrm>
          <a:prstGeom prst="rect">
            <a:avLst/>
          </a:prstGeom>
          <a:noFill/>
        </p:spPr>
        <p:txBody>
          <a:bodyPr wrap="square" rtlCol="1">
            <a:spAutoFit/>
          </a:bodyPr>
          <a:lstStyle/>
          <a:p>
            <a:pPr algn="r"/>
            <a:r>
              <a:rPr lang="he" dirty="0"/>
              <a:t>הטעם לדבריו- דברי רבא, שאמר :"עושק וגזילה </a:t>
            </a:r>
            <a:r>
              <a:rPr lang="he" b="1" u="sng" dirty="0"/>
              <a:t>חד הוא"= לאו אחד</a:t>
            </a:r>
            <a:r>
              <a:rPr lang="he" dirty="0"/>
              <a:t>.</a:t>
            </a:r>
            <a:endParaRPr lang="he-IL" dirty="0"/>
          </a:p>
        </p:txBody>
      </p:sp>
      <p:sp>
        <p:nvSpPr>
          <p:cNvPr id="8" name="תיבת טקסט 7">
            <a:extLst>
              <a:ext uri="{FF2B5EF4-FFF2-40B4-BE49-F238E27FC236}">
                <a16:creationId xmlns:a16="http://schemas.microsoft.com/office/drawing/2014/main" id="{52D2180E-CA76-4C1F-B1F4-6E6B9870F771}"/>
              </a:ext>
            </a:extLst>
          </p:cNvPr>
          <p:cNvSpPr txBox="1"/>
          <p:nvPr/>
        </p:nvSpPr>
        <p:spPr>
          <a:xfrm>
            <a:off x="5183227" y="3890456"/>
            <a:ext cx="5864143" cy="369332"/>
          </a:xfrm>
          <a:prstGeom prst="rect">
            <a:avLst/>
          </a:prstGeom>
          <a:noFill/>
        </p:spPr>
        <p:txBody>
          <a:bodyPr wrap="square" rtlCol="1">
            <a:spAutoFit/>
          </a:bodyPr>
          <a:lstStyle/>
          <a:p>
            <a:pPr algn="r"/>
            <a:r>
              <a:rPr lang="he" dirty="0"/>
              <a:t>בעל ספר החינוך- עושק וגזילה נמנות כשתי מצוות נפרדות.</a:t>
            </a:r>
            <a:endParaRPr lang="he-IL" dirty="0"/>
          </a:p>
        </p:txBody>
      </p:sp>
      <p:sp>
        <p:nvSpPr>
          <p:cNvPr id="9" name="תיבת טקסט 8">
            <a:extLst>
              <a:ext uri="{FF2B5EF4-FFF2-40B4-BE49-F238E27FC236}">
                <a16:creationId xmlns:a16="http://schemas.microsoft.com/office/drawing/2014/main" id="{E8598841-0785-4BA5-BD52-4681FC2F900C}"/>
              </a:ext>
            </a:extLst>
          </p:cNvPr>
          <p:cNvSpPr txBox="1"/>
          <p:nvPr/>
        </p:nvSpPr>
        <p:spPr>
          <a:xfrm>
            <a:off x="1319822" y="4453853"/>
            <a:ext cx="9751969" cy="646331"/>
          </a:xfrm>
          <a:prstGeom prst="rect">
            <a:avLst/>
          </a:prstGeom>
          <a:noFill/>
        </p:spPr>
        <p:txBody>
          <a:bodyPr wrap="square" rtlCol="1">
            <a:spAutoFit/>
          </a:bodyPr>
          <a:lstStyle/>
          <a:p>
            <a:pPr algn="r"/>
            <a:r>
              <a:rPr lang="he" dirty="0"/>
              <a:t>כיצד יסביר את דברי רבא </a:t>
            </a:r>
            <a:r>
              <a:rPr lang="he" b="1" u="sng" dirty="0"/>
              <a:t>"חד הוא"? מהות אחת "</a:t>
            </a:r>
            <a:r>
              <a:rPr lang="he" dirty="0"/>
              <a:t> שלא נחזיק ממון חברינו בידינו",</a:t>
            </a:r>
          </a:p>
          <a:p>
            <a:pPr algn="r"/>
            <a:endParaRPr lang="he-IL" dirty="0"/>
          </a:p>
        </p:txBody>
      </p:sp>
      <p:sp>
        <p:nvSpPr>
          <p:cNvPr id="10" name="תיבת טקסט 9">
            <a:extLst>
              <a:ext uri="{FF2B5EF4-FFF2-40B4-BE49-F238E27FC236}">
                <a16:creationId xmlns:a16="http://schemas.microsoft.com/office/drawing/2014/main" id="{73BBB496-6B66-425D-B93B-E84D4BC8F75A}"/>
              </a:ext>
            </a:extLst>
          </p:cNvPr>
          <p:cNvSpPr txBox="1"/>
          <p:nvPr/>
        </p:nvSpPr>
        <p:spPr>
          <a:xfrm>
            <a:off x="5183227" y="4906118"/>
            <a:ext cx="5864143" cy="369332"/>
          </a:xfrm>
          <a:prstGeom prst="rect">
            <a:avLst/>
          </a:prstGeom>
          <a:noFill/>
        </p:spPr>
        <p:txBody>
          <a:bodyPr wrap="square" rtlCol="1">
            <a:spAutoFit/>
          </a:bodyPr>
          <a:lstStyle/>
          <a:p>
            <a:pPr algn="r"/>
            <a:r>
              <a:rPr lang="he" dirty="0"/>
              <a:t>הטעם לדבריו-בשל המאפיינים השונים, מונים אותן  כשתי מצוות נפרדות.</a:t>
            </a:r>
            <a:endParaRPr lang="he-IL" dirty="0"/>
          </a:p>
        </p:txBody>
      </p:sp>
      <p:sp>
        <p:nvSpPr>
          <p:cNvPr id="11" name="תיבת טקסט 10">
            <a:extLst>
              <a:ext uri="{FF2B5EF4-FFF2-40B4-BE49-F238E27FC236}">
                <a16:creationId xmlns:a16="http://schemas.microsoft.com/office/drawing/2014/main" id="{65894A60-8D87-411E-96AC-50B52681006E}"/>
              </a:ext>
            </a:extLst>
          </p:cNvPr>
          <p:cNvSpPr txBox="1"/>
          <p:nvPr/>
        </p:nvSpPr>
        <p:spPr>
          <a:xfrm>
            <a:off x="5253727" y="5389321"/>
            <a:ext cx="5723141" cy="369332"/>
          </a:xfrm>
          <a:prstGeom prst="rect">
            <a:avLst/>
          </a:prstGeom>
          <a:noFill/>
        </p:spPr>
        <p:txBody>
          <a:bodyPr wrap="square" rtlCol="1">
            <a:spAutoFit/>
          </a:bodyPr>
          <a:lstStyle/>
          <a:p>
            <a:pPr algn="r"/>
            <a:r>
              <a:rPr lang="he" dirty="0"/>
              <a:t>העובר על עושק,או על גזל מתחייב בשני לאוין.</a:t>
            </a:r>
            <a:endParaRPr lang="he-IL" dirty="0"/>
          </a:p>
        </p:txBody>
      </p:sp>
    </p:spTree>
    <p:extLst>
      <p:ext uri="{BB962C8B-B14F-4D97-AF65-F5344CB8AC3E}">
        <p14:creationId xmlns:p14="http://schemas.microsoft.com/office/powerpoint/2010/main" val="34699263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7" presetClass="entr" presetSubtype="1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p:cTn id="13" dur="500" fill="hold"/>
                                        <p:tgtEl>
                                          <p:spTgt spid="4"/>
                                        </p:tgtEl>
                                        <p:attrNameLst>
                                          <p:attrName>ppt_w</p:attrName>
                                        </p:attrNameLst>
                                      </p:cBhvr>
                                      <p:tavLst>
                                        <p:tav tm="0">
                                          <p:val>
                                            <p:fltVal val="0"/>
                                          </p:val>
                                        </p:tav>
                                        <p:tav tm="100000">
                                          <p:val>
                                            <p:strVal val="#ppt_w"/>
                                          </p:val>
                                        </p:tav>
                                      </p:tavLst>
                                    </p:anim>
                                    <p:anim calcmode="lin" valueType="num">
                                      <p:cBhvr>
                                        <p:cTn id="14" dur="500" fill="hold"/>
                                        <p:tgtEl>
                                          <p:spTgt spid="4"/>
                                        </p:tgtEl>
                                        <p:attrNameLst>
                                          <p:attrName>ppt_h</p:attrName>
                                        </p:attrNameLst>
                                      </p:cBhvr>
                                      <p:tavLst>
                                        <p:tav tm="0">
                                          <p:val>
                                            <p:strVal val="#ppt_h"/>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17" presetClass="entr" presetSubtype="1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p:cTn id="19" dur="500" fill="hold"/>
                                        <p:tgtEl>
                                          <p:spTgt spid="5"/>
                                        </p:tgtEl>
                                        <p:attrNameLst>
                                          <p:attrName>ppt_w</p:attrName>
                                        </p:attrNameLst>
                                      </p:cBhvr>
                                      <p:tavLst>
                                        <p:tav tm="0">
                                          <p:val>
                                            <p:fltVal val="0"/>
                                          </p:val>
                                        </p:tav>
                                        <p:tav tm="100000">
                                          <p:val>
                                            <p:strVal val="#ppt_w"/>
                                          </p:val>
                                        </p:tav>
                                      </p:tavLst>
                                    </p:anim>
                                    <p:anim calcmode="lin" valueType="num">
                                      <p:cBhvr>
                                        <p:cTn id="20" dur="500" fill="hold"/>
                                        <p:tgtEl>
                                          <p:spTgt spid="5"/>
                                        </p:tgtEl>
                                        <p:attrNameLst>
                                          <p:attrName>ppt_h</p:attrName>
                                        </p:attrNameLst>
                                      </p:cBhvr>
                                      <p:tavLst>
                                        <p:tav tm="0">
                                          <p:val>
                                            <p:strVal val="#ppt_h"/>
                                          </p:val>
                                        </p:tav>
                                        <p:tav tm="100000">
                                          <p:val>
                                            <p:strVal val="#ppt_h"/>
                                          </p:val>
                                        </p:tav>
                                      </p:tavLst>
                                    </p:anim>
                                  </p:childTnLst>
                                </p:cTn>
                              </p:par>
                            </p:childTnLst>
                          </p:cTn>
                        </p:par>
                      </p:childTnLst>
                    </p:cTn>
                  </p:par>
                  <p:par>
                    <p:cTn id="21" fill="hold">
                      <p:stCondLst>
                        <p:cond delay="indefinite"/>
                      </p:stCondLst>
                      <p:childTnLst>
                        <p:par>
                          <p:cTn id="22" fill="hold">
                            <p:stCondLst>
                              <p:cond delay="0"/>
                            </p:stCondLst>
                            <p:childTnLst>
                              <p:par>
                                <p:cTn id="23" presetID="17" presetClass="entr" presetSubtype="10"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p:cTn id="25" dur="500" fill="hold"/>
                                        <p:tgtEl>
                                          <p:spTgt spid="6"/>
                                        </p:tgtEl>
                                        <p:attrNameLst>
                                          <p:attrName>ppt_w</p:attrName>
                                        </p:attrNameLst>
                                      </p:cBhvr>
                                      <p:tavLst>
                                        <p:tav tm="0">
                                          <p:val>
                                            <p:fltVal val="0"/>
                                          </p:val>
                                        </p:tav>
                                        <p:tav tm="100000">
                                          <p:val>
                                            <p:strVal val="#ppt_w"/>
                                          </p:val>
                                        </p:tav>
                                      </p:tavLst>
                                    </p:anim>
                                    <p:anim calcmode="lin" valueType="num">
                                      <p:cBhvr>
                                        <p:cTn id="26" dur="500" fill="hold"/>
                                        <p:tgtEl>
                                          <p:spTgt spid="6"/>
                                        </p:tgtEl>
                                        <p:attrNameLst>
                                          <p:attrName>ppt_h</p:attrName>
                                        </p:attrNameLst>
                                      </p:cBhvr>
                                      <p:tavLst>
                                        <p:tav tm="0">
                                          <p:val>
                                            <p:strVal val="#ppt_h"/>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ID="17" presetClass="entr" presetSubtype="10"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p:cTn id="31" dur="500" fill="hold"/>
                                        <p:tgtEl>
                                          <p:spTgt spid="7"/>
                                        </p:tgtEl>
                                        <p:attrNameLst>
                                          <p:attrName>ppt_w</p:attrName>
                                        </p:attrNameLst>
                                      </p:cBhvr>
                                      <p:tavLst>
                                        <p:tav tm="0">
                                          <p:val>
                                            <p:fltVal val="0"/>
                                          </p:val>
                                        </p:tav>
                                        <p:tav tm="100000">
                                          <p:val>
                                            <p:strVal val="#ppt_w"/>
                                          </p:val>
                                        </p:tav>
                                      </p:tavLst>
                                    </p:anim>
                                    <p:anim calcmode="lin" valueType="num">
                                      <p:cBhvr>
                                        <p:cTn id="32" dur="500" fill="hold"/>
                                        <p:tgtEl>
                                          <p:spTgt spid="7"/>
                                        </p:tgtEl>
                                        <p:attrNameLst>
                                          <p:attrName>ppt_h</p:attrName>
                                        </p:attrNameLst>
                                      </p:cBhvr>
                                      <p:tavLst>
                                        <p:tav tm="0">
                                          <p:val>
                                            <p:strVal val="#ppt_h"/>
                                          </p:val>
                                        </p:tav>
                                        <p:tav tm="100000">
                                          <p:val>
                                            <p:strVal val="#ppt_h"/>
                                          </p:val>
                                        </p:tav>
                                      </p:tavLst>
                                    </p:anim>
                                  </p:childTnLst>
                                </p:cTn>
                              </p:par>
                            </p:childTnLst>
                          </p:cTn>
                        </p:par>
                      </p:childTnLst>
                    </p:cTn>
                  </p:par>
                  <p:par>
                    <p:cTn id="33" fill="hold">
                      <p:stCondLst>
                        <p:cond delay="indefinite"/>
                      </p:stCondLst>
                      <p:childTnLst>
                        <p:par>
                          <p:cTn id="34" fill="hold">
                            <p:stCondLst>
                              <p:cond delay="0"/>
                            </p:stCondLst>
                            <p:childTnLst>
                              <p:par>
                                <p:cTn id="35" presetID="17" presetClass="entr" presetSubtype="10" fill="hold" grpId="0" nodeType="clickEffect">
                                  <p:stCondLst>
                                    <p:cond delay="0"/>
                                  </p:stCondLst>
                                  <p:childTnLst>
                                    <p:set>
                                      <p:cBhvr>
                                        <p:cTn id="36" dur="1" fill="hold">
                                          <p:stCondLst>
                                            <p:cond delay="0"/>
                                          </p:stCondLst>
                                        </p:cTn>
                                        <p:tgtEl>
                                          <p:spTgt spid="8"/>
                                        </p:tgtEl>
                                        <p:attrNameLst>
                                          <p:attrName>style.visibility</p:attrName>
                                        </p:attrNameLst>
                                      </p:cBhvr>
                                      <p:to>
                                        <p:strVal val="visible"/>
                                      </p:to>
                                    </p:set>
                                    <p:anim calcmode="lin" valueType="num">
                                      <p:cBhvr>
                                        <p:cTn id="37" dur="500" fill="hold"/>
                                        <p:tgtEl>
                                          <p:spTgt spid="8"/>
                                        </p:tgtEl>
                                        <p:attrNameLst>
                                          <p:attrName>ppt_w</p:attrName>
                                        </p:attrNameLst>
                                      </p:cBhvr>
                                      <p:tavLst>
                                        <p:tav tm="0">
                                          <p:val>
                                            <p:fltVal val="0"/>
                                          </p:val>
                                        </p:tav>
                                        <p:tav tm="100000">
                                          <p:val>
                                            <p:strVal val="#ppt_w"/>
                                          </p:val>
                                        </p:tav>
                                      </p:tavLst>
                                    </p:anim>
                                    <p:anim calcmode="lin" valueType="num">
                                      <p:cBhvr>
                                        <p:cTn id="38" dur="500" fill="hold"/>
                                        <p:tgtEl>
                                          <p:spTgt spid="8"/>
                                        </p:tgtEl>
                                        <p:attrNameLst>
                                          <p:attrName>ppt_h</p:attrName>
                                        </p:attrNameLst>
                                      </p:cBhvr>
                                      <p:tavLst>
                                        <p:tav tm="0">
                                          <p:val>
                                            <p:strVal val="#ppt_h"/>
                                          </p:val>
                                        </p:tav>
                                        <p:tav tm="100000">
                                          <p:val>
                                            <p:strVal val="#ppt_h"/>
                                          </p:val>
                                        </p:tav>
                                      </p:tavLst>
                                    </p:anim>
                                  </p:childTnLst>
                                </p:cTn>
                              </p:par>
                            </p:childTnLst>
                          </p:cTn>
                        </p:par>
                      </p:childTnLst>
                    </p:cTn>
                  </p:par>
                  <p:par>
                    <p:cTn id="39" fill="hold">
                      <p:stCondLst>
                        <p:cond delay="indefinite"/>
                      </p:stCondLst>
                      <p:childTnLst>
                        <p:par>
                          <p:cTn id="40" fill="hold">
                            <p:stCondLst>
                              <p:cond delay="0"/>
                            </p:stCondLst>
                            <p:childTnLst>
                              <p:par>
                                <p:cTn id="41" presetID="17" presetClass="entr" presetSubtype="10" fill="hold" grpId="0" nodeType="clickEffect">
                                  <p:stCondLst>
                                    <p:cond delay="0"/>
                                  </p:stCondLst>
                                  <p:childTnLst>
                                    <p:set>
                                      <p:cBhvr>
                                        <p:cTn id="42" dur="1" fill="hold">
                                          <p:stCondLst>
                                            <p:cond delay="0"/>
                                          </p:stCondLst>
                                        </p:cTn>
                                        <p:tgtEl>
                                          <p:spTgt spid="9"/>
                                        </p:tgtEl>
                                        <p:attrNameLst>
                                          <p:attrName>style.visibility</p:attrName>
                                        </p:attrNameLst>
                                      </p:cBhvr>
                                      <p:to>
                                        <p:strVal val="visible"/>
                                      </p:to>
                                    </p:set>
                                    <p:anim calcmode="lin" valueType="num">
                                      <p:cBhvr>
                                        <p:cTn id="43" dur="500" fill="hold"/>
                                        <p:tgtEl>
                                          <p:spTgt spid="9"/>
                                        </p:tgtEl>
                                        <p:attrNameLst>
                                          <p:attrName>ppt_w</p:attrName>
                                        </p:attrNameLst>
                                      </p:cBhvr>
                                      <p:tavLst>
                                        <p:tav tm="0">
                                          <p:val>
                                            <p:fltVal val="0"/>
                                          </p:val>
                                        </p:tav>
                                        <p:tav tm="100000">
                                          <p:val>
                                            <p:strVal val="#ppt_w"/>
                                          </p:val>
                                        </p:tav>
                                      </p:tavLst>
                                    </p:anim>
                                    <p:anim calcmode="lin" valueType="num">
                                      <p:cBhvr>
                                        <p:cTn id="44" dur="500" fill="hold"/>
                                        <p:tgtEl>
                                          <p:spTgt spid="9"/>
                                        </p:tgtEl>
                                        <p:attrNameLst>
                                          <p:attrName>ppt_h</p:attrName>
                                        </p:attrNameLst>
                                      </p:cBhvr>
                                      <p:tavLst>
                                        <p:tav tm="0">
                                          <p:val>
                                            <p:strVal val="#ppt_h"/>
                                          </p:val>
                                        </p:tav>
                                        <p:tav tm="100000">
                                          <p:val>
                                            <p:strVal val="#ppt_h"/>
                                          </p:val>
                                        </p:tav>
                                      </p:tavLst>
                                    </p:anim>
                                  </p:childTnLst>
                                </p:cTn>
                              </p:par>
                            </p:childTnLst>
                          </p:cTn>
                        </p:par>
                      </p:childTnLst>
                    </p:cTn>
                  </p:par>
                  <p:par>
                    <p:cTn id="45" fill="hold">
                      <p:stCondLst>
                        <p:cond delay="indefinite"/>
                      </p:stCondLst>
                      <p:childTnLst>
                        <p:par>
                          <p:cTn id="46" fill="hold">
                            <p:stCondLst>
                              <p:cond delay="0"/>
                            </p:stCondLst>
                            <p:childTnLst>
                              <p:par>
                                <p:cTn id="47" presetID="17" presetClass="entr" presetSubtype="10" fill="hold" grpId="0" nodeType="clickEffect">
                                  <p:stCondLst>
                                    <p:cond delay="0"/>
                                  </p:stCondLst>
                                  <p:childTnLst>
                                    <p:set>
                                      <p:cBhvr>
                                        <p:cTn id="48" dur="1" fill="hold">
                                          <p:stCondLst>
                                            <p:cond delay="0"/>
                                          </p:stCondLst>
                                        </p:cTn>
                                        <p:tgtEl>
                                          <p:spTgt spid="10"/>
                                        </p:tgtEl>
                                        <p:attrNameLst>
                                          <p:attrName>style.visibility</p:attrName>
                                        </p:attrNameLst>
                                      </p:cBhvr>
                                      <p:to>
                                        <p:strVal val="visible"/>
                                      </p:to>
                                    </p:set>
                                    <p:anim calcmode="lin" valueType="num">
                                      <p:cBhvr>
                                        <p:cTn id="49" dur="500" fill="hold"/>
                                        <p:tgtEl>
                                          <p:spTgt spid="10"/>
                                        </p:tgtEl>
                                        <p:attrNameLst>
                                          <p:attrName>ppt_w</p:attrName>
                                        </p:attrNameLst>
                                      </p:cBhvr>
                                      <p:tavLst>
                                        <p:tav tm="0">
                                          <p:val>
                                            <p:fltVal val="0"/>
                                          </p:val>
                                        </p:tav>
                                        <p:tav tm="100000">
                                          <p:val>
                                            <p:strVal val="#ppt_w"/>
                                          </p:val>
                                        </p:tav>
                                      </p:tavLst>
                                    </p:anim>
                                    <p:anim calcmode="lin" valueType="num">
                                      <p:cBhvr>
                                        <p:cTn id="50" dur="500" fill="hold"/>
                                        <p:tgtEl>
                                          <p:spTgt spid="10"/>
                                        </p:tgtEl>
                                        <p:attrNameLst>
                                          <p:attrName>ppt_h</p:attrName>
                                        </p:attrNameLst>
                                      </p:cBhvr>
                                      <p:tavLst>
                                        <p:tav tm="0">
                                          <p:val>
                                            <p:strVal val="#ppt_h"/>
                                          </p:val>
                                        </p:tav>
                                        <p:tav tm="100000">
                                          <p:val>
                                            <p:strVal val="#ppt_h"/>
                                          </p:val>
                                        </p:tav>
                                      </p:tavLst>
                                    </p:anim>
                                  </p:childTnLst>
                                </p:cTn>
                              </p:par>
                            </p:childTnLst>
                          </p:cTn>
                        </p:par>
                      </p:childTnLst>
                    </p:cTn>
                  </p:par>
                  <p:par>
                    <p:cTn id="51" fill="hold">
                      <p:stCondLst>
                        <p:cond delay="indefinite"/>
                      </p:stCondLst>
                      <p:childTnLst>
                        <p:par>
                          <p:cTn id="52" fill="hold">
                            <p:stCondLst>
                              <p:cond delay="0"/>
                            </p:stCondLst>
                            <p:childTnLst>
                              <p:par>
                                <p:cTn id="53" presetID="17" presetClass="entr" presetSubtype="10" fill="hold" grpId="0" nodeType="clickEffect">
                                  <p:stCondLst>
                                    <p:cond delay="0"/>
                                  </p:stCondLst>
                                  <p:childTnLst>
                                    <p:set>
                                      <p:cBhvr>
                                        <p:cTn id="54" dur="1" fill="hold">
                                          <p:stCondLst>
                                            <p:cond delay="0"/>
                                          </p:stCondLst>
                                        </p:cTn>
                                        <p:tgtEl>
                                          <p:spTgt spid="11"/>
                                        </p:tgtEl>
                                        <p:attrNameLst>
                                          <p:attrName>style.visibility</p:attrName>
                                        </p:attrNameLst>
                                      </p:cBhvr>
                                      <p:to>
                                        <p:strVal val="visible"/>
                                      </p:to>
                                    </p:set>
                                    <p:anim calcmode="lin" valueType="num">
                                      <p:cBhvr>
                                        <p:cTn id="55" dur="500" fill="hold"/>
                                        <p:tgtEl>
                                          <p:spTgt spid="11"/>
                                        </p:tgtEl>
                                        <p:attrNameLst>
                                          <p:attrName>ppt_w</p:attrName>
                                        </p:attrNameLst>
                                      </p:cBhvr>
                                      <p:tavLst>
                                        <p:tav tm="0">
                                          <p:val>
                                            <p:fltVal val="0"/>
                                          </p:val>
                                        </p:tav>
                                        <p:tav tm="100000">
                                          <p:val>
                                            <p:strVal val="#ppt_w"/>
                                          </p:val>
                                        </p:tav>
                                      </p:tavLst>
                                    </p:anim>
                                    <p:anim calcmode="lin" valueType="num">
                                      <p:cBhvr>
                                        <p:cTn id="56" dur="500" fill="hold"/>
                                        <p:tgtEl>
                                          <p:spTgt spid="11"/>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7" grpId="0"/>
      <p:bldP spid="8" grpId="0"/>
      <p:bldP spid="9" grpId="0"/>
      <p:bldP spid="10" grpId="0"/>
      <p:bldP spid="11"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מציין מיקום של כותרת תחתונה 2">
            <a:extLst>
              <a:ext uri="{FF2B5EF4-FFF2-40B4-BE49-F238E27FC236}">
                <a16:creationId xmlns:a16="http://schemas.microsoft.com/office/drawing/2014/main" id="{FD23583B-D75B-4976-88DC-9A7CB14F4781}"/>
              </a:ext>
            </a:extLst>
          </p:cNvPr>
          <p:cNvSpPr>
            <a:spLocks noGrp="1"/>
          </p:cNvSpPr>
          <p:nvPr>
            <p:ph type="ftr" sz="quarter" idx="11"/>
          </p:nvPr>
        </p:nvSpPr>
        <p:spPr>
          <a:xfrm>
            <a:off x="1295401" y="5969000"/>
            <a:ext cx="7305900" cy="279400"/>
          </a:xfrm>
        </p:spPr>
        <p:txBody>
          <a:bodyPr/>
          <a:lstStyle/>
          <a:p>
            <a:r>
              <a:rPr lang="he-IL"/>
              <a:t>לקט מצוות מספר החינוך</a:t>
            </a:r>
          </a:p>
        </p:txBody>
      </p:sp>
      <p:sp>
        <p:nvSpPr>
          <p:cNvPr id="2" name="כותרת 1">
            <a:extLst>
              <a:ext uri="{FF2B5EF4-FFF2-40B4-BE49-F238E27FC236}">
                <a16:creationId xmlns:a16="http://schemas.microsoft.com/office/drawing/2014/main" id="{01FD18E5-B18D-41D2-99B7-B2EA11CBD79E}"/>
              </a:ext>
            </a:extLst>
          </p:cNvPr>
          <p:cNvSpPr>
            <a:spLocks noGrp="1"/>
          </p:cNvSpPr>
          <p:nvPr>
            <p:ph type="title" idx="4294967295"/>
          </p:nvPr>
        </p:nvSpPr>
        <p:spPr>
          <a:xfrm>
            <a:off x="1212979" y="1091132"/>
            <a:ext cx="9601200" cy="3894137"/>
          </a:xfrm>
        </p:spPr>
        <p:txBody>
          <a:bodyPr anchor="t">
            <a:normAutofit fontScale="90000"/>
          </a:bodyPr>
          <a:lstStyle/>
          <a:p>
            <a:r>
              <a:rPr lang="he"/>
              <a:t>דוגמא לשאלת בגרות:</a:t>
            </a:r>
            <a:br>
              <a:rPr lang="he"/>
            </a:br>
            <a:br>
              <a:rPr lang="he"/>
            </a:br>
            <a:r>
              <a:rPr lang="he" sz="1800"/>
              <a:t>א.         1.</a:t>
            </a:r>
            <a:r>
              <a:rPr lang="he-IL" sz="1800"/>
              <a:t>ציין שני איסורים שדומים לאיסור עושק, וכתוב מהו המכנה המשותף לאיסורים אלה ולאיסור עושק. </a:t>
            </a:r>
            <a:br>
              <a:rPr lang="he" sz="1800"/>
            </a:br>
            <a:r>
              <a:rPr lang="he" sz="1800"/>
              <a:t>                  2.</a:t>
            </a:r>
            <a:r>
              <a:rPr lang="he-IL" sz="1800"/>
              <a:t>לפי בעל ספר החינוך, לשם מה יש איסורים רבים שדומים לאיסור עושק? כתוב שני טעמים. </a:t>
            </a:r>
            <a:r>
              <a:rPr lang="he" sz="1800"/>
              <a:t>(6</a:t>
            </a:r>
            <a:r>
              <a:rPr lang="he-IL" sz="1800"/>
              <a:t> נקודות</a:t>
            </a:r>
            <a:r>
              <a:rPr lang="he" sz="1800"/>
              <a:t>)</a:t>
            </a:r>
            <a:br>
              <a:rPr lang="he" sz="1800"/>
            </a:br>
            <a:r>
              <a:rPr lang="he" sz="1800"/>
              <a:t>     </a:t>
            </a:r>
            <a:r>
              <a:rPr lang="he-IL" sz="1800"/>
              <a:t>ב. איסור עושק הוא "לאו הניתק לעשה". הסבר את המושג "לאו הניתק לעשה", וכתוב מדוע איסור עושק הוא "לאו הניתק לעשה". </a:t>
            </a:r>
            <a:r>
              <a:rPr lang="he" sz="1800"/>
              <a:t>(6</a:t>
            </a:r>
            <a:r>
              <a:rPr lang="he-IL" sz="1800"/>
              <a:t> נקודות</a:t>
            </a:r>
            <a:r>
              <a:rPr lang="he" sz="1800"/>
              <a:t>)</a:t>
            </a:r>
            <a:br>
              <a:rPr lang="he" sz="1800"/>
            </a:br>
            <a:br>
              <a:rPr lang="he" sz="1800"/>
            </a:br>
            <a:br>
              <a:rPr lang="he" sz="1800"/>
            </a:br>
            <a:br>
              <a:rPr lang="he" sz="1800"/>
            </a:br>
            <a:br>
              <a:rPr lang="he" sz="1800"/>
            </a:br>
            <a:br>
              <a:rPr lang="he" sz="1800"/>
            </a:br>
            <a:r>
              <a:rPr lang="he" sz="3100" b="1">
                <a:latin typeface="Guttman Yad" panose="02010401010101010101" pitchFamily="2" charset="-79"/>
                <a:cs typeface="Guttman Yad" panose="02010401010101010101" pitchFamily="2" charset="-79"/>
              </a:rPr>
              <a:t>בהצלחה רבה!</a:t>
            </a:r>
            <a:endParaRPr lang="he-IL" sz="3100" b="1" dirty="0"/>
          </a:p>
        </p:txBody>
      </p:sp>
      <p:pic>
        <p:nvPicPr>
          <p:cNvPr id="4" name="גרפיקה 3" descr="ספרים">
            <a:extLst>
              <a:ext uri="{FF2B5EF4-FFF2-40B4-BE49-F238E27FC236}">
                <a16:creationId xmlns:a16="http://schemas.microsoft.com/office/drawing/2014/main" id="{6B9175A1-563B-4E33-83A3-13B927FC587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601301" y="3854099"/>
            <a:ext cx="1935271" cy="1607134"/>
          </a:xfrm>
          <a:prstGeom prst="rect">
            <a:avLst/>
          </a:prstGeom>
        </p:spPr>
      </p:pic>
    </p:spTree>
    <p:extLst>
      <p:ext uri="{BB962C8B-B14F-4D97-AF65-F5344CB8AC3E}">
        <p14:creationId xmlns:p14="http://schemas.microsoft.com/office/powerpoint/2010/main" val="13136200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3B89F482-6BA3-43B4-BFEB-027A9B4C0006}"/>
              </a:ext>
            </a:extLst>
          </p:cNvPr>
          <p:cNvSpPr>
            <a:spLocks noGrp="1"/>
          </p:cNvSpPr>
          <p:nvPr>
            <p:ph type="title"/>
          </p:nvPr>
        </p:nvSpPr>
        <p:spPr/>
        <p:txBody>
          <a:bodyPr>
            <a:normAutofit/>
          </a:bodyPr>
          <a:lstStyle/>
          <a:p>
            <a:r>
              <a:rPr lang="he-IL"/>
              <a:t>סוף!</a:t>
            </a:r>
            <a:endParaRPr lang="he-IL" dirty="0"/>
          </a:p>
        </p:txBody>
      </p:sp>
      <p:sp>
        <p:nvSpPr>
          <p:cNvPr id="3" name="מציין מיקום של כותרת תחתונה 2">
            <a:extLst>
              <a:ext uri="{FF2B5EF4-FFF2-40B4-BE49-F238E27FC236}">
                <a16:creationId xmlns:a16="http://schemas.microsoft.com/office/drawing/2014/main" id="{8B435BDF-DBC6-42C2-8B23-D21BE88EB4C2}"/>
              </a:ext>
            </a:extLst>
          </p:cNvPr>
          <p:cNvSpPr>
            <a:spLocks noGrp="1"/>
          </p:cNvSpPr>
          <p:nvPr>
            <p:ph type="ftr" sz="quarter" idx="11"/>
          </p:nvPr>
        </p:nvSpPr>
        <p:spPr/>
        <p:txBody>
          <a:bodyPr/>
          <a:lstStyle/>
          <a:p>
            <a:r>
              <a:rPr lang="he-IL"/>
              <a:t>לקט מצוות מספר החינוך</a:t>
            </a:r>
          </a:p>
        </p:txBody>
      </p:sp>
      <p:sp>
        <p:nvSpPr>
          <p:cNvPr id="4" name="תיבת טקסט 3">
            <a:extLst>
              <a:ext uri="{FF2B5EF4-FFF2-40B4-BE49-F238E27FC236}">
                <a16:creationId xmlns:a16="http://schemas.microsoft.com/office/drawing/2014/main" id="{DD535902-D640-46DF-BB56-2BF536F112D6}"/>
              </a:ext>
            </a:extLst>
          </p:cNvPr>
          <p:cNvSpPr txBox="1"/>
          <p:nvPr/>
        </p:nvSpPr>
        <p:spPr>
          <a:xfrm>
            <a:off x="4320330" y="3204594"/>
            <a:ext cx="4118995" cy="1477328"/>
          </a:xfrm>
          <a:prstGeom prst="rect">
            <a:avLst/>
          </a:prstGeom>
          <a:noFill/>
        </p:spPr>
        <p:txBody>
          <a:bodyPr wrap="square" rtlCol="1">
            <a:spAutoFit/>
          </a:bodyPr>
          <a:lstStyle/>
          <a:p>
            <a:r>
              <a:rPr lang="he-IL"/>
              <a:t>הערות והארות יתקבלו בברכה</a:t>
            </a:r>
          </a:p>
          <a:p>
            <a:r>
              <a:rPr lang="he-IL"/>
              <a:t>דבורה שפירא</a:t>
            </a:r>
          </a:p>
          <a:p>
            <a:r>
              <a:rPr lang="he-IL"/>
              <a:t>אולפנת צפירה</a:t>
            </a:r>
          </a:p>
          <a:p>
            <a:r>
              <a:rPr lang="en-US">
                <a:hlinkClick r:id="rId2"/>
              </a:rPr>
              <a:t>Savta_Dvora_sha@walla.com</a:t>
            </a:r>
            <a:endParaRPr lang="en-US"/>
          </a:p>
          <a:p>
            <a:r>
              <a:rPr lang="en-US"/>
              <a:t>0523827976</a:t>
            </a:r>
            <a:endParaRPr lang="he-IL" dirty="0"/>
          </a:p>
        </p:txBody>
      </p:sp>
    </p:spTree>
    <p:extLst>
      <p:ext uri="{BB962C8B-B14F-4D97-AF65-F5344CB8AC3E}">
        <p14:creationId xmlns:p14="http://schemas.microsoft.com/office/powerpoint/2010/main" val="1124338691"/>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אורגני">
  <a:themeElements>
    <a:clrScheme name="אורגני">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אורגני">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אורגני">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2.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313</TotalTime>
  <Words>966</Words>
  <Application>Microsoft Office PowerPoint</Application>
  <PresentationFormat>מסך רחב</PresentationFormat>
  <Paragraphs>128</Paragraphs>
  <Slides>19</Slides>
  <Notes>0</Notes>
  <HiddenSlides>0</HiddenSlides>
  <MMClips>0</MMClips>
  <ScaleCrop>false</ScaleCrop>
  <HeadingPairs>
    <vt:vector size="6" baseType="variant">
      <vt:variant>
        <vt:lpstr>גופנים בשימוש</vt:lpstr>
      </vt:variant>
      <vt:variant>
        <vt:i4>7</vt:i4>
      </vt:variant>
      <vt:variant>
        <vt:lpstr>ערכת נושא</vt:lpstr>
      </vt:variant>
      <vt:variant>
        <vt:i4>1</vt:i4>
      </vt:variant>
      <vt:variant>
        <vt:lpstr>כותרות שקופיות</vt:lpstr>
      </vt:variant>
      <vt:variant>
        <vt:i4>19</vt:i4>
      </vt:variant>
    </vt:vector>
  </HeadingPairs>
  <TitlesOfParts>
    <vt:vector size="27" baseType="lpstr">
      <vt:lpstr>Arial</vt:lpstr>
      <vt:lpstr>Calibri</vt:lpstr>
      <vt:lpstr>Garamond</vt:lpstr>
      <vt:lpstr>Guttman Rashi</vt:lpstr>
      <vt:lpstr>Guttman Stam</vt:lpstr>
      <vt:lpstr>Guttman Yad</vt:lpstr>
      <vt:lpstr>Guttman Yad-Brush</vt:lpstr>
      <vt:lpstr>אורגני</vt:lpstr>
      <vt:lpstr>לקט מצוות מספר החינוך</vt:lpstr>
      <vt:lpstr>מצווה רכ"ח  שלא לעשוק שכר שכיר</vt:lpstr>
      <vt:lpstr>מצגת של PowerPoint‏</vt:lpstr>
      <vt:lpstr>מצגת של PowerPoint‏</vt:lpstr>
      <vt:lpstr> </vt:lpstr>
      <vt:lpstr>מצגת של PowerPoint‏</vt:lpstr>
      <vt:lpstr>מצגת של PowerPoint‏</vt:lpstr>
      <vt:lpstr>מצגת של PowerPoint‏</vt:lpstr>
      <vt:lpstr>מצגת של PowerPoint‏</vt:lpstr>
      <vt:lpstr>תשובת רבא: לעבור עליו בשני לאוין </vt:lpstr>
      <vt:lpstr>שרש המצווה=טעם המצווה</vt:lpstr>
      <vt:lpstr>מצווה רכ"ח  שלא לעשוק שכר שכיר</vt:lpstr>
      <vt:lpstr>סיום אופייני ל "בעל ספר החינוך"</vt:lpstr>
      <vt:lpstr>"לאו הניתק לעשה"</vt:lpstr>
      <vt:lpstr>מצגת של PowerPoint‏</vt:lpstr>
      <vt:lpstr>מצגת של PowerPoint‏</vt:lpstr>
      <vt:lpstr>מצגת של PowerPoint‏</vt:lpstr>
      <vt:lpstr>דוגמא לשאלת בגרות:  א.         1.ציין שני איסורים שדומים לאיסור עושק, וכתוב מהו המכנה המשותף לאיסורים אלה ולאיסור עושק.                    2.לפי בעל ספר החינוך, לשם מה יש איסורים רבים שדומים לאיסור עושק? כתוב שני טעמים. (6 נקודות)      ב. איסור עושק הוא "לאו הניתק לעשה". הסבר את המושג "לאו הניתק לעשה", וכתוב מדוע איסור עושק הוא "לאו הניתק לעשה". (6 נקודות)      בהצלחה רבה!</vt:lpstr>
      <vt:lpstr>סוף!</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לקט מצוות מספר החינוך</dc:title>
  <dc:creator>אליעזר שפירא</dc:creator>
  <cp:lastModifiedBy>אפרים לוי</cp:lastModifiedBy>
  <cp:revision>57</cp:revision>
  <dcterms:created xsi:type="dcterms:W3CDTF">2020-03-24T12:06:27Z</dcterms:created>
  <dcterms:modified xsi:type="dcterms:W3CDTF">2026-07-05T22:47:07Z</dcterms:modified>
</cp:coreProperties>
</file>